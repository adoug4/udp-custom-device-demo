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06" r:id="rId4"/>
    <p:sldMasterId id="2147484569" r:id="rId5"/>
    <p:sldMasterId id="2147484602" r:id="rId6"/>
  </p:sldMasterIdLst>
  <p:notesMasterIdLst>
    <p:notesMasterId r:id="rId19"/>
  </p:notesMasterIdLst>
  <p:handoutMasterIdLst>
    <p:handoutMasterId r:id="rId20"/>
  </p:handoutMasterIdLst>
  <p:sldIdLst>
    <p:sldId id="257" r:id="rId7"/>
    <p:sldId id="296" r:id="rId8"/>
    <p:sldId id="258" r:id="rId9"/>
    <p:sldId id="285" r:id="rId10"/>
    <p:sldId id="328" r:id="rId11"/>
    <p:sldId id="334" r:id="rId12"/>
    <p:sldId id="329" r:id="rId13"/>
    <p:sldId id="330" r:id="rId14"/>
    <p:sldId id="268" r:id="rId15"/>
    <p:sldId id="333" r:id="rId16"/>
    <p:sldId id="335" r:id="rId17"/>
    <p:sldId id="336" r:id="rId18"/>
  </p:sldIdLst>
  <p:sldSz cx="9144000" cy="5143500" type="screen16x9"/>
  <p:notesSz cx="7315200" cy="9601200"/>
  <p:defaultTextStyle>
    <a:defPPr>
      <a:defRPr lang="en-US"/>
    </a:defPPr>
    <a:lvl1pPr marL="0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8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8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6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20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9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porate Template" id="{582F8324-FBB3-8846-B8F6-7B20832378D5}">
          <p14:sldIdLst>
            <p14:sldId id="257"/>
            <p14:sldId id="296"/>
            <p14:sldId id="258"/>
            <p14:sldId id="285"/>
            <p14:sldId id="328"/>
            <p14:sldId id="334"/>
            <p14:sldId id="329"/>
            <p14:sldId id="330"/>
            <p14:sldId id="268"/>
            <p14:sldId id="333"/>
            <p14:sldId id="335"/>
            <p14:sldId id="336"/>
          </p14:sldIdLst>
        </p14:section>
        <p14:section name="Confidential" id="{37EBC97F-710B-7A40-8422-DD72ACCE9AA9}">
          <p14:sldIdLst/>
        </p14:section>
        <p14:section name="Customer Confidential" id="{2A651174-78A2-1A45-9E20-A0F266CF307D}">
          <p14:sldIdLst/>
        </p14:section>
        <p14:section name="Charts and Graphs" id="{5C23110A-3DB3-3F45-8ED4-F789091B10F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Bravo" initials="AB" lastIdx="19" clrIdx="0">
    <p:extLst>
      <p:ext uri="{19B8F6BF-5375-455C-9EA6-DF929625EA0E}">
        <p15:presenceInfo xmlns:p15="http://schemas.microsoft.com/office/powerpoint/2012/main" userId="S::ali.bravo@ni.com::e81d3dd2-3d75-436e-af54-77084de9b142" providerId="AD"/>
      </p:ext>
    </p:extLst>
  </p:cmAuthor>
  <p:cmAuthor id="2" name="Komal Buyo" initials="KB" lastIdx="1" clrIdx="1">
    <p:extLst>
      <p:ext uri="{19B8F6BF-5375-455C-9EA6-DF929625EA0E}">
        <p15:presenceInfo xmlns:p15="http://schemas.microsoft.com/office/powerpoint/2012/main" userId="S::komal.buyo@ni.com::28b0ae8f-5cc4-481e-923b-ce59735e57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00B777"/>
    <a:srgbClr val="009B65"/>
    <a:srgbClr val="BCBFC1"/>
    <a:srgbClr val="444344"/>
    <a:srgbClr val="089970"/>
    <a:srgbClr val="7F7F7F"/>
    <a:srgbClr val="00B978"/>
    <a:srgbClr val="55B77D"/>
    <a:srgbClr val="56B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A55E2-AA12-486A-A041-AB38FB9015FB}" v="523" dt="2020-06-25T21:26:09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/>
    <p:restoredTop sz="93750" autoAdjust="0"/>
  </p:normalViewPr>
  <p:slideViewPr>
    <p:cSldViewPr snapToGrid="0" snapToObjects="1">
      <p:cViewPr varScale="1">
        <p:scale>
          <a:sx n="81" d="100"/>
          <a:sy n="81" d="100"/>
        </p:scale>
        <p:origin x="64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>
      <p:cViewPr varScale="1">
        <p:scale>
          <a:sx n="131" d="100"/>
          <a:sy n="131" d="100"/>
        </p:scale>
        <p:origin x="34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Douglass" userId="6e16ec26-9b7e-4600-9f0c-b73cd79dfe33" providerId="ADAL" clId="{FAAA55E2-AA12-486A-A041-AB38FB9015FB}"/>
    <pc:docChg chg="undo custSel addSld delSld modSld sldOrd modSection">
      <pc:chgData name="Aaron Douglass" userId="6e16ec26-9b7e-4600-9f0c-b73cd79dfe33" providerId="ADAL" clId="{FAAA55E2-AA12-486A-A041-AB38FB9015FB}" dt="2020-06-25T21:26:09.752" v="3287" actId="207"/>
      <pc:docMkLst>
        <pc:docMk/>
      </pc:docMkLst>
      <pc:sldChg chg="add del">
        <pc:chgData name="Aaron Douglass" userId="6e16ec26-9b7e-4600-9f0c-b73cd79dfe33" providerId="ADAL" clId="{FAAA55E2-AA12-486A-A041-AB38FB9015FB}" dt="2020-06-24T21:22:54.028" v="2399"/>
        <pc:sldMkLst>
          <pc:docMk/>
          <pc:sldMk cId="296402204" sldId="256"/>
        </pc:sldMkLst>
      </pc:sldChg>
      <pc:sldChg chg="del">
        <pc:chgData name="Aaron Douglass" userId="6e16ec26-9b7e-4600-9f0c-b73cd79dfe33" providerId="ADAL" clId="{FAAA55E2-AA12-486A-A041-AB38FB9015FB}" dt="2020-06-17T20:47:50.663" v="148" actId="47"/>
        <pc:sldMkLst>
          <pc:docMk/>
          <pc:sldMk cId="727626752" sldId="256"/>
        </pc:sldMkLst>
      </pc:sldChg>
      <pc:sldChg chg="modSp mod">
        <pc:chgData name="Aaron Douglass" userId="6e16ec26-9b7e-4600-9f0c-b73cd79dfe33" providerId="ADAL" clId="{FAAA55E2-AA12-486A-A041-AB38FB9015FB}" dt="2020-06-17T21:54:36.682" v="1866" actId="20577"/>
        <pc:sldMkLst>
          <pc:docMk/>
          <pc:sldMk cId="1109958640" sldId="257"/>
        </pc:sldMkLst>
        <pc:spChg chg="mod">
          <ac:chgData name="Aaron Douglass" userId="6e16ec26-9b7e-4600-9f0c-b73cd79dfe33" providerId="ADAL" clId="{FAAA55E2-AA12-486A-A041-AB38FB9015FB}" dt="2020-06-17T21:54:36.682" v="1866" actId="20577"/>
          <ac:spMkLst>
            <pc:docMk/>
            <pc:sldMk cId="1109958640" sldId="257"/>
            <ac:spMk id="2" creationId="{2F3C9389-2066-CA46-96F3-E646430BAFF6}"/>
          </ac:spMkLst>
        </pc:spChg>
        <pc:spChg chg="mod">
          <ac:chgData name="Aaron Douglass" userId="6e16ec26-9b7e-4600-9f0c-b73cd79dfe33" providerId="ADAL" clId="{FAAA55E2-AA12-486A-A041-AB38FB9015FB}" dt="2020-06-17T20:47:06.017" v="56" actId="20577"/>
          <ac:spMkLst>
            <pc:docMk/>
            <pc:sldMk cId="1109958640" sldId="257"/>
            <ac:spMk id="3" creationId="{8307471F-D4AB-7F4C-BAAD-E214968102B5}"/>
          </ac:spMkLst>
        </pc:spChg>
        <pc:spChg chg="mod">
          <ac:chgData name="Aaron Douglass" userId="6e16ec26-9b7e-4600-9f0c-b73cd79dfe33" providerId="ADAL" clId="{FAAA55E2-AA12-486A-A041-AB38FB9015FB}" dt="2020-06-17T20:47:25.809" v="101" actId="20577"/>
          <ac:spMkLst>
            <pc:docMk/>
            <pc:sldMk cId="1109958640" sldId="257"/>
            <ac:spMk id="4" creationId="{5EE2D019-0CD2-6C4E-8AFA-7A0A0F0C6066}"/>
          </ac:spMkLst>
        </pc:spChg>
        <pc:spChg chg="mod">
          <ac:chgData name="Aaron Douglass" userId="6e16ec26-9b7e-4600-9f0c-b73cd79dfe33" providerId="ADAL" clId="{FAAA55E2-AA12-486A-A041-AB38FB9015FB}" dt="2020-06-17T20:47:43.778" v="147" actId="14100"/>
          <ac:spMkLst>
            <pc:docMk/>
            <pc:sldMk cId="1109958640" sldId="257"/>
            <ac:spMk id="5" creationId="{A7817445-00A6-D744-8E99-3BF690D362FF}"/>
          </ac:spMkLst>
        </pc:spChg>
      </pc:sldChg>
      <pc:sldChg chg="modSp mod">
        <pc:chgData name="Aaron Douglass" userId="6e16ec26-9b7e-4600-9f0c-b73cd79dfe33" providerId="ADAL" clId="{FAAA55E2-AA12-486A-A041-AB38FB9015FB}" dt="2020-06-17T21:54:28.538" v="1864" actId="20577"/>
        <pc:sldMkLst>
          <pc:docMk/>
          <pc:sldMk cId="2348427299" sldId="258"/>
        </pc:sldMkLst>
        <pc:spChg chg="mod">
          <ac:chgData name="Aaron Douglass" userId="6e16ec26-9b7e-4600-9f0c-b73cd79dfe33" providerId="ADAL" clId="{FAAA55E2-AA12-486A-A041-AB38FB9015FB}" dt="2020-06-17T21:54:28.538" v="1864" actId="20577"/>
          <ac:spMkLst>
            <pc:docMk/>
            <pc:sldMk cId="2348427299" sldId="258"/>
            <ac:spMk id="3" creationId="{3D533257-A56D-E04D-B270-0247BE36AA81}"/>
          </ac:spMkLst>
        </pc:spChg>
        <pc:spChg chg="mod">
          <ac:chgData name="Aaron Douglass" userId="6e16ec26-9b7e-4600-9f0c-b73cd79dfe33" providerId="ADAL" clId="{FAAA55E2-AA12-486A-A041-AB38FB9015FB}" dt="2020-06-17T21:03:31.781" v="180" actId="20577"/>
          <ac:spMkLst>
            <pc:docMk/>
            <pc:sldMk cId="2348427299" sldId="258"/>
            <ac:spMk id="4" creationId="{FB16C4E8-E88C-424E-9495-7630470B71EA}"/>
          </ac:spMkLst>
        </pc:spChg>
      </pc:sldChg>
      <pc:sldChg chg="del">
        <pc:chgData name="Aaron Douglass" userId="6e16ec26-9b7e-4600-9f0c-b73cd79dfe33" providerId="ADAL" clId="{FAAA55E2-AA12-486A-A041-AB38FB9015FB}" dt="2020-06-17T21:08:51.019" v="468" actId="47"/>
        <pc:sldMkLst>
          <pc:docMk/>
          <pc:sldMk cId="3581706717" sldId="259"/>
        </pc:sldMkLst>
      </pc:sldChg>
      <pc:sldChg chg="del">
        <pc:chgData name="Aaron Douglass" userId="6e16ec26-9b7e-4600-9f0c-b73cd79dfe33" providerId="ADAL" clId="{FAAA55E2-AA12-486A-A041-AB38FB9015FB}" dt="2020-06-17T21:08:47.920" v="465" actId="47"/>
        <pc:sldMkLst>
          <pc:docMk/>
          <pc:sldMk cId="654052593" sldId="260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613403156" sldId="261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003616001" sldId="262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929108732" sldId="26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974998143" sldId="266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54930885" sldId="267"/>
        </pc:sldMkLst>
      </pc:sldChg>
      <pc:sldChg chg="addSp delSp modSp mod ord">
        <pc:chgData name="Aaron Douglass" userId="6e16ec26-9b7e-4600-9f0c-b73cd79dfe33" providerId="ADAL" clId="{FAAA55E2-AA12-486A-A041-AB38FB9015FB}" dt="2020-06-17T21:13:32.855" v="514"/>
        <pc:sldMkLst>
          <pc:docMk/>
          <pc:sldMk cId="2882968673" sldId="268"/>
        </pc:sldMkLst>
        <pc:spChg chg="add del mod">
          <ac:chgData name="Aaron Douglass" userId="6e16ec26-9b7e-4600-9f0c-b73cd79dfe33" providerId="ADAL" clId="{FAAA55E2-AA12-486A-A041-AB38FB9015FB}" dt="2020-06-17T21:13:00.722" v="496" actId="478"/>
          <ac:spMkLst>
            <pc:docMk/>
            <pc:sldMk cId="2882968673" sldId="268"/>
            <ac:spMk id="3" creationId="{C50584EF-9259-4E8E-BC88-4EA2B4C3CE4D}"/>
          </ac:spMkLst>
        </pc:spChg>
        <pc:spChg chg="mod">
          <ac:chgData name="Aaron Douglass" userId="6e16ec26-9b7e-4600-9f0c-b73cd79dfe33" providerId="ADAL" clId="{FAAA55E2-AA12-486A-A041-AB38FB9015FB}" dt="2020-06-17T21:12:53.747" v="492"/>
          <ac:spMkLst>
            <pc:docMk/>
            <pc:sldMk cId="2882968673" sldId="268"/>
            <ac:spMk id="8" creationId="{A635EA45-D86E-E548-A287-BEECF20BA371}"/>
          </ac:spMkLst>
        </pc:spChg>
        <pc:spChg chg="del mod">
          <ac:chgData name="Aaron Douglass" userId="6e16ec26-9b7e-4600-9f0c-b73cd79dfe33" providerId="ADAL" clId="{FAAA55E2-AA12-486A-A041-AB38FB9015FB}" dt="2020-06-17T21:12:57.115" v="494" actId="478"/>
          <ac:spMkLst>
            <pc:docMk/>
            <pc:sldMk cId="2882968673" sldId="268"/>
            <ac:spMk id="9" creationId="{8FF5E4ED-B7EC-2B4A-B14E-362B91FE9973}"/>
          </ac:spMkLst>
        </pc:spChg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280744507" sldId="269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780302314" sldId="270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274588882" sldId="271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4169530530" sldId="272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000571266" sldId="274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685475722" sldId="27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778525414" sldId="276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635524175" sldId="277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001587797" sldId="279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260549304" sldId="280"/>
        </pc:sldMkLst>
      </pc:sldChg>
      <pc:sldChg chg="addSp delSp modSp del mod">
        <pc:chgData name="Aaron Douglass" userId="6e16ec26-9b7e-4600-9f0c-b73cd79dfe33" providerId="ADAL" clId="{FAAA55E2-AA12-486A-A041-AB38FB9015FB}" dt="2020-06-17T21:20:08.004" v="927" actId="47"/>
        <pc:sldMkLst>
          <pc:docMk/>
          <pc:sldMk cId="3888572384" sldId="282"/>
        </pc:sldMkLst>
        <pc:spChg chg="add del mod">
          <ac:chgData name="Aaron Douglass" userId="6e16ec26-9b7e-4600-9f0c-b73cd79dfe33" providerId="ADAL" clId="{FAAA55E2-AA12-486A-A041-AB38FB9015FB}" dt="2020-06-17T21:10:39.614" v="475" actId="14100"/>
          <ac:spMkLst>
            <pc:docMk/>
            <pc:sldMk cId="3888572384" sldId="282"/>
            <ac:spMk id="7" creationId="{F6B06181-7CAC-D64C-8A42-FD130A809984}"/>
          </ac:spMkLst>
        </pc:spChg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808393215" sldId="283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044647646" sldId="284"/>
        </pc:sldMkLst>
      </pc:sldChg>
      <pc:sldChg chg="addSp delSp modSp mod ord modAnim">
        <pc:chgData name="Aaron Douglass" userId="6e16ec26-9b7e-4600-9f0c-b73cd79dfe33" providerId="ADAL" clId="{FAAA55E2-AA12-486A-A041-AB38FB9015FB}" dt="2020-06-17T21:44:17.661" v="1439" actId="207"/>
        <pc:sldMkLst>
          <pc:docMk/>
          <pc:sldMk cId="3436666692" sldId="285"/>
        </pc:sldMkLst>
        <pc:spChg chg="mod">
          <ac:chgData name="Aaron Douglass" userId="6e16ec26-9b7e-4600-9f0c-b73cd79dfe33" providerId="ADAL" clId="{FAAA55E2-AA12-486A-A041-AB38FB9015FB}" dt="2020-06-17T21:25:48.232" v="999" actId="20577"/>
          <ac:spMkLst>
            <pc:docMk/>
            <pc:sldMk cId="3436666692" sldId="285"/>
            <ac:spMk id="3" creationId="{1246C56C-D96A-594F-9396-BF005A7BB852}"/>
          </ac:spMkLst>
        </pc:spChg>
        <pc:spChg chg="mod">
          <ac:chgData name="Aaron Douglass" userId="6e16ec26-9b7e-4600-9f0c-b73cd79dfe33" providerId="ADAL" clId="{FAAA55E2-AA12-486A-A041-AB38FB9015FB}" dt="2020-06-17T21:11:24.205" v="478" actId="14100"/>
          <ac:spMkLst>
            <pc:docMk/>
            <pc:sldMk cId="3436666692" sldId="285"/>
            <ac:spMk id="4" creationId="{0B3AE63B-3B1E-1948-919B-76F3749373E2}"/>
          </ac:spMkLst>
        </pc:spChg>
        <pc:spChg chg="del mod">
          <ac:chgData name="Aaron Douglass" userId="6e16ec26-9b7e-4600-9f0c-b73cd79dfe33" providerId="ADAL" clId="{FAAA55E2-AA12-486A-A041-AB38FB9015FB}" dt="2020-06-17T21:24:21.570" v="938" actId="478"/>
          <ac:spMkLst>
            <pc:docMk/>
            <pc:sldMk cId="3436666692" sldId="285"/>
            <ac:spMk id="5" creationId="{68E7433E-B3FA-884D-A853-43B14784D27D}"/>
          </ac:spMkLst>
        </pc:spChg>
        <pc:spChg chg="del">
          <ac:chgData name="Aaron Douglass" userId="6e16ec26-9b7e-4600-9f0c-b73cd79dfe33" providerId="ADAL" clId="{FAAA55E2-AA12-486A-A041-AB38FB9015FB}" dt="2020-06-17T21:10:53.404" v="476" actId="478"/>
          <ac:spMkLst>
            <pc:docMk/>
            <pc:sldMk cId="3436666692" sldId="285"/>
            <ac:spMk id="6" creationId="{3A9B0E78-FB9E-1E4B-81D4-98A0BC085146}"/>
          </ac:spMkLst>
        </pc:spChg>
        <pc:spChg chg="mod">
          <ac:chgData name="Aaron Douglass" userId="6e16ec26-9b7e-4600-9f0c-b73cd79dfe33" providerId="ADAL" clId="{FAAA55E2-AA12-486A-A041-AB38FB9015FB}" dt="2020-06-17T21:25:37.451" v="996" actId="14100"/>
          <ac:spMkLst>
            <pc:docMk/>
            <pc:sldMk cId="3436666692" sldId="285"/>
            <ac:spMk id="8" creationId="{F1230F5A-27D9-41C1-A583-7301CEE9239B}"/>
          </ac:spMkLst>
        </pc:spChg>
        <pc:spChg chg="mod">
          <ac:chgData name="Aaron Douglass" userId="6e16ec26-9b7e-4600-9f0c-b73cd79dfe33" providerId="ADAL" clId="{FAAA55E2-AA12-486A-A041-AB38FB9015FB}" dt="2020-06-17T21:25:57.455" v="1003" actId="6549"/>
          <ac:spMkLst>
            <pc:docMk/>
            <pc:sldMk cId="3436666692" sldId="285"/>
            <ac:spMk id="12" creationId="{A030D602-C890-4BE6-B686-902ED91A111D}"/>
          </ac:spMkLst>
        </pc:spChg>
        <pc:grpChg chg="add mod">
          <ac:chgData name="Aaron Douglass" userId="6e16ec26-9b7e-4600-9f0c-b73cd79dfe33" providerId="ADAL" clId="{FAAA55E2-AA12-486A-A041-AB38FB9015FB}" dt="2020-06-17T21:44:17.661" v="1439" actId="207"/>
          <ac:grpSpMkLst>
            <pc:docMk/>
            <pc:sldMk cId="3436666692" sldId="285"/>
            <ac:grpSpMk id="7" creationId="{90CA66D2-6EF1-4957-BA14-1C5D9BA112F8}"/>
          </ac:grpSpMkLst>
        </pc:grpChg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022069445" sldId="286"/>
        </pc:sldMkLst>
      </pc:sldChg>
      <pc:sldChg chg="del">
        <pc:chgData name="Aaron Douglass" userId="6e16ec26-9b7e-4600-9f0c-b73cd79dfe33" providerId="ADAL" clId="{FAAA55E2-AA12-486A-A041-AB38FB9015FB}" dt="2020-06-17T21:08:50.015" v="467" actId="47"/>
        <pc:sldMkLst>
          <pc:docMk/>
          <pc:sldMk cId="2117919085" sldId="290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417628420" sldId="29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906756585" sldId="298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7089980" sldId="300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881852854" sldId="302"/>
        </pc:sldMkLst>
      </pc:sldChg>
      <pc:sldChg chg="del">
        <pc:chgData name="Aaron Douglass" userId="6e16ec26-9b7e-4600-9f0c-b73cd79dfe33" providerId="ADAL" clId="{FAAA55E2-AA12-486A-A041-AB38FB9015FB}" dt="2020-06-17T21:08:46.228" v="464" actId="47"/>
        <pc:sldMkLst>
          <pc:docMk/>
          <pc:sldMk cId="1223848275" sldId="303"/>
        </pc:sldMkLst>
      </pc:sldChg>
      <pc:sldChg chg="del">
        <pc:chgData name="Aaron Douglass" userId="6e16ec26-9b7e-4600-9f0c-b73cd79dfe33" providerId="ADAL" clId="{FAAA55E2-AA12-486A-A041-AB38FB9015FB}" dt="2020-06-17T21:08:44.387" v="463" actId="47"/>
        <pc:sldMkLst>
          <pc:docMk/>
          <pc:sldMk cId="809241631" sldId="304"/>
        </pc:sldMkLst>
      </pc:sldChg>
      <pc:sldChg chg="del">
        <pc:chgData name="Aaron Douglass" userId="6e16ec26-9b7e-4600-9f0c-b73cd79dfe33" providerId="ADAL" clId="{FAAA55E2-AA12-486A-A041-AB38FB9015FB}" dt="2020-06-17T20:47:56.374" v="149" actId="47"/>
        <pc:sldMkLst>
          <pc:docMk/>
          <pc:sldMk cId="947485118" sldId="30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883172292" sldId="307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4265676722" sldId="308"/>
        </pc:sldMkLst>
      </pc:sldChg>
      <pc:sldChg chg="del">
        <pc:chgData name="Aaron Douglass" userId="6e16ec26-9b7e-4600-9f0c-b73cd79dfe33" providerId="ADAL" clId="{FAAA55E2-AA12-486A-A041-AB38FB9015FB}" dt="2020-06-17T21:08:49.110" v="466" actId="47"/>
        <pc:sldMkLst>
          <pc:docMk/>
          <pc:sldMk cId="1840853970" sldId="309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892940168" sldId="310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760603114" sldId="311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653304725" sldId="312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917992196" sldId="313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4051098537" sldId="314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554896178" sldId="31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832995020" sldId="316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840600511" sldId="317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229239390" sldId="318"/>
        </pc:sldMkLst>
      </pc:sldChg>
      <pc:sldChg chg="del">
        <pc:chgData name="Aaron Douglass" userId="6e16ec26-9b7e-4600-9f0c-b73cd79dfe33" providerId="ADAL" clId="{FAAA55E2-AA12-486A-A041-AB38FB9015FB}" dt="2020-06-17T21:08:53.502" v="471" actId="47"/>
        <pc:sldMkLst>
          <pc:docMk/>
          <pc:sldMk cId="3972726949" sldId="319"/>
        </pc:sldMkLst>
      </pc:sldChg>
      <pc:sldChg chg="del">
        <pc:chgData name="Aaron Douglass" userId="6e16ec26-9b7e-4600-9f0c-b73cd79dfe33" providerId="ADAL" clId="{FAAA55E2-AA12-486A-A041-AB38FB9015FB}" dt="2020-06-17T21:08:52.676" v="470" actId="47"/>
        <pc:sldMkLst>
          <pc:docMk/>
          <pc:sldMk cId="2540230939" sldId="320"/>
        </pc:sldMkLst>
      </pc:sldChg>
      <pc:sldChg chg="del">
        <pc:chgData name="Aaron Douglass" userId="6e16ec26-9b7e-4600-9f0c-b73cd79dfe33" providerId="ADAL" clId="{FAAA55E2-AA12-486A-A041-AB38FB9015FB}" dt="2020-06-17T21:08:51.810" v="469" actId="47"/>
        <pc:sldMkLst>
          <pc:docMk/>
          <pc:sldMk cId="559006618" sldId="321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3885840146" sldId="322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2361193243" sldId="323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268809197" sldId="324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814155175" sldId="325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594703539" sldId="326"/>
        </pc:sldMkLst>
      </pc:sldChg>
      <pc:sldChg chg="del">
        <pc:chgData name="Aaron Douglass" userId="6e16ec26-9b7e-4600-9f0c-b73cd79dfe33" providerId="ADAL" clId="{FAAA55E2-AA12-486A-A041-AB38FB9015FB}" dt="2020-06-17T21:20:08.004" v="927" actId="47"/>
        <pc:sldMkLst>
          <pc:docMk/>
          <pc:sldMk cId="1664418627" sldId="327"/>
        </pc:sldMkLst>
      </pc:sldChg>
      <pc:sldChg chg="addSp delSp modSp add mod">
        <pc:chgData name="Aaron Douglass" userId="6e16ec26-9b7e-4600-9f0c-b73cd79dfe33" providerId="ADAL" clId="{FAAA55E2-AA12-486A-A041-AB38FB9015FB}" dt="2020-06-17T21:44:55.899" v="1443" actId="14100"/>
        <pc:sldMkLst>
          <pc:docMk/>
          <pc:sldMk cId="1014754150" sldId="328"/>
        </pc:sldMkLst>
        <pc:spChg chg="add mod">
          <ac:chgData name="Aaron Douglass" userId="6e16ec26-9b7e-4600-9f0c-b73cd79dfe33" providerId="ADAL" clId="{FAAA55E2-AA12-486A-A041-AB38FB9015FB}" dt="2020-06-17T21:44:33.288" v="1440" actId="207"/>
          <ac:spMkLst>
            <pc:docMk/>
            <pc:sldMk cId="1014754150" sldId="328"/>
            <ac:spMk id="2" creationId="{F9BB551D-769E-48AA-AE6C-27852F973FA9}"/>
          </ac:spMkLst>
        </pc:spChg>
        <pc:spChg chg="mod">
          <ac:chgData name="Aaron Douglass" userId="6e16ec26-9b7e-4600-9f0c-b73cd79dfe33" providerId="ADAL" clId="{FAAA55E2-AA12-486A-A041-AB38FB9015FB}" dt="2020-06-17T21:27:42.608" v="1047" actId="20577"/>
          <ac:spMkLst>
            <pc:docMk/>
            <pc:sldMk cId="1014754150" sldId="328"/>
            <ac:spMk id="3" creationId="{1246C56C-D96A-594F-9396-BF005A7BB852}"/>
          </ac:spMkLst>
        </pc:spChg>
        <pc:spChg chg="mod">
          <ac:chgData name="Aaron Douglass" userId="6e16ec26-9b7e-4600-9f0c-b73cd79dfe33" providerId="ADAL" clId="{FAAA55E2-AA12-486A-A041-AB38FB9015FB}" dt="2020-06-17T21:28:58.686" v="1087" actId="114"/>
          <ac:spMkLst>
            <pc:docMk/>
            <pc:sldMk cId="1014754150" sldId="328"/>
            <ac:spMk id="5" creationId="{68E7433E-B3FA-884D-A853-43B14784D27D}"/>
          </ac:spMkLst>
        </pc:spChg>
        <pc:spChg chg="add mod">
          <ac:chgData name="Aaron Douglass" userId="6e16ec26-9b7e-4600-9f0c-b73cd79dfe33" providerId="ADAL" clId="{FAAA55E2-AA12-486A-A041-AB38FB9015FB}" dt="2020-06-17T21:44:55.899" v="1443" actId="14100"/>
          <ac:spMkLst>
            <pc:docMk/>
            <pc:sldMk cId="1014754150" sldId="328"/>
            <ac:spMk id="6" creationId="{A1F17969-1948-45C4-BFC6-5A60101A8485}"/>
          </ac:spMkLst>
        </pc:spChg>
        <pc:spChg chg="add mod">
          <ac:chgData name="Aaron Douglass" userId="6e16ec26-9b7e-4600-9f0c-b73cd79dfe33" providerId="ADAL" clId="{FAAA55E2-AA12-486A-A041-AB38FB9015FB}" dt="2020-06-17T21:44:39.733" v="1441" actId="207"/>
          <ac:spMkLst>
            <pc:docMk/>
            <pc:sldMk cId="1014754150" sldId="328"/>
            <ac:spMk id="7" creationId="{3F620A03-65F4-419A-8795-488FA4265197}"/>
          </ac:spMkLst>
        </pc:spChg>
        <pc:spChg chg="add mod ord">
          <ac:chgData name="Aaron Douglass" userId="6e16ec26-9b7e-4600-9f0c-b73cd79dfe33" providerId="ADAL" clId="{FAAA55E2-AA12-486A-A041-AB38FB9015FB}" dt="2020-06-17T21:41:10.916" v="1393" actId="14100"/>
          <ac:spMkLst>
            <pc:docMk/>
            <pc:sldMk cId="1014754150" sldId="328"/>
            <ac:spMk id="8" creationId="{D2EFAEEB-D191-451A-A2CA-E42C59B6D921}"/>
          </ac:spMkLst>
        </pc:spChg>
        <pc:spChg chg="add del">
          <ac:chgData name="Aaron Douglass" userId="6e16ec26-9b7e-4600-9f0c-b73cd79dfe33" providerId="ADAL" clId="{FAAA55E2-AA12-486A-A041-AB38FB9015FB}" dt="2020-06-17T21:41:30.775" v="1395" actId="11529"/>
          <ac:spMkLst>
            <pc:docMk/>
            <pc:sldMk cId="1014754150" sldId="328"/>
            <ac:spMk id="9" creationId="{9B1939B1-F62E-40D3-BFAF-7D7BB1CE92C9}"/>
          </ac:spMkLst>
        </pc:spChg>
      </pc:sldChg>
      <pc:sldChg chg="addSp delSp modSp add mod">
        <pc:chgData name="Aaron Douglass" userId="6e16ec26-9b7e-4600-9f0c-b73cd79dfe33" providerId="ADAL" clId="{FAAA55E2-AA12-486A-A041-AB38FB9015FB}" dt="2020-06-17T22:02:53.922" v="2039" actId="692"/>
        <pc:sldMkLst>
          <pc:docMk/>
          <pc:sldMk cId="2214639260" sldId="329"/>
        </pc:sldMkLst>
        <pc:spChg chg="del mod">
          <ac:chgData name="Aaron Douglass" userId="6e16ec26-9b7e-4600-9f0c-b73cd79dfe33" providerId="ADAL" clId="{FAAA55E2-AA12-486A-A041-AB38FB9015FB}" dt="2020-06-17T21:53:09.287" v="1858" actId="478"/>
          <ac:spMkLst>
            <pc:docMk/>
            <pc:sldMk cId="2214639260" sldId="329"/>
            <ac:spMk id="3" creationId="{1246C56C-D96A-594F-9396-BF005A7BB852}"/>
          </ac:spMkLst>
        </pc:spChg>
        <pc:spChg chg="mod">
          <ac:chgData name="Aaron Douglass" userId="6e16ec26-9b7e-4600-9f0c-b73cd79dfe33" providerId="ADAL" clId="{FAAA55E2-AA12-486A-A041-AB38FB9015FB}" dt="2020-06-17T21:54:16.678" v="1862" actId="20577"/>
          <ac:spMkLst>
            <pc:docMk/>
            <pc:sldMk cId="2214639260" sldId="329"/>
            <ac:spMk id="4" creationId="{0B3AE63B-3B1E-1948-919B-76F3749373E2}"/>
          </ac:spMkLst>
        </pc:spChg>
        <pc:spChg chg="del mod">
          <ac:chgData name="Aaron Douglass" userId="6e16ec26-9b7e-4600-9f0c-b73cd79dfe33" providerId="ADAL" clId="{FAAA55E2-AA12-486A-A041-AB38FB9015FB}" dt="2020-06-17T21:53:01.342" v="1854" actId="478"/>
          <ac:spMkLst>
            <pc:docMk/>
            <pc:sldMk cId="2214639260" sldId="329"/>
            <ac:spMk id="5" creationId="{68E7433E-B3FA-884D-A853-43B14784D27D}"/>
          </ac:spMkLst>
        </pc:spChg>
        <pc:spChg chg="add del mod">
          <ac:chgData name="Aaron Douglass" userId="6e16ec26-9b7e-4600-9f0c-b73cd79dfe33" providerId="ADAL" clId="{FAAA55E2-AA12-486A-A041-AB38FB9015FB}" dt="2020-06-17T21:53:05.113" v="1856" actId="478"/>
          <ac:spMkLst>
            <pc:docMk/>
            <pc:sldMk cId="2214639260" sldId="329"/>
            <ac:spMk id="6" creationId="{930229DA-8635-4C79-95F2-44EC57F22C29}"/>
          </ac:spMkLst>
        </pc:spChg>
        <pc:spChg chg="add del mod">
          <ac:chgData name="Aaron Douglass" userId="6e16ec26-9b7e-4600-9f0c-b73cd79dfe33" providerId="ADAL" clId="{FAAA55E2-AA12-486A-A041-AB38FB9015FB}" dt="2020-06-17T21:53:13.736" v="1860" actId="478"/>
          <ac:spMkLst>
            <pc:docMk/>
            <pc:sldMk cId="2214639260" sldId="329"/>
            <ac:spMk id="8" creationId="{935BF2B5-7BFB-49CB-9AFF-6700A615DF1D}"/>
          </ac:spMkLst>
        </pc:spChg>
        <pc:spChg chg="add mod">
          <ac:chgData name="Aaron Douglass" userId="6e16ec26-9b7e-4600-9f0c-b73cd79dfe33" providerId="ADAL" clId="{FAAA55E2-AA12-486A-A041-AB38FB9015FB}" dt="2020-06-17T21:58:41.482" v="1904" actId="14100"/>
          <ac:spMkLst>
            <pc:docMk/>
            <pc:sldMk cId="2214639260" sldId="329"/>
            <ac:spMk id="9" creationId="{DBED5BBC-551C-4931-9E02-25AD23648CFE}"/>
          </ac:spMkLst>
        </pc:spChg>
        <pc:spChg chg="add mod">
          <ac:chgData name="Aaron Douglass" userId="6e16ec26-9b7e-4600-9f0c-b73cd79dfe33" providerId="ADAL" clId="{FAAA55E2-AA12-486A-A041-AB38FB9015FB}" dt="2020-06-17T21:57:44.034" v="1883" actId="14100"/>
          <ac:spMkLst>
            <pc:docMk/>
            <pc:sldMk cId="2214639260" sldId="329"/>
            <ac:spMk id="10" creationId="{9FEEBEE8-E6BE-487D-A8BF-C4B4554DA421}"/>
          </ac:spMkLst>
        </pc:spChg>
        <pc:spChg chg="add mod">
          <ac:chgData name="Aaron Douglass" userId="6e16ec26-9b7e-4600-9f0c-b73cd79dfe33" providerId="ADAL" clId="{FAAA55E2-AA12-486A-A041-AB38FB9015FB}" dt="2020-06-17T22:00:12.004" v="2004" actId="12789"/>
          <ac:spMkLst>
            <pc:docMk/>
            <pc:sldMk cId="2214639260" sldId="329"/>
            <ac:spMk id="11" creationId="{4B73003C-D805-4DC4-AAC7-C03C084B7D0B}"/>
          </ac:spMkLst>
        </pc:spChg>
        <pc:spChg chg="add mod">
          <ac:chgData name="Aaron Douglass" userId="6e16ec26-9b7e-4600-9f0c-b73cd79dfe33" providerId="ADAL" clId="{FAAA55E2-AA12-486A-A041-AB38FB9015FB}" dt="2020-06-17T22:00:12.004" v="2004" actId="12789"/>
          <ac:spMkLst>
            <pc:docMk/>
            <pc:sldMk cId="2214639260" sldId="329"/>
            <ac:spMk id="14" creationId="{0CA3D4D9-5C8C-48BC-AE21-AB3EAF017A91}"/>
          </ac:spMkLst>
        </pc:spChg>
        <pc:spChg chg="add mod">
          <ac:chgData name="Aaron Douglass" userId="6e16ec26-9b7e-4600-9f0c-b73cd79dfe33" providerId="ADAL" clId="{FAAA55E2-AA12-486A-A041-AB38FB9015FB}" dt="2020-06-17T22:02:27.807" v="2033" actId="164"/>
          <ac:spMkLst>
            <pc:docMk/>
            <pc:sldMk cId="2214639260" sldId="329"/>
            <ac:spMk id="15" creationId="{8C05BECE-9351-49D6-BD79-1830DE6CF87B}"/>
          </ac:spMkLst>
        </pc:spChg>
        <pc:grpChg chg="add mod">
          <ac:chgData name="Aaron Douglass" userId="6e16ec26-9b7e-4600-9f0c-b73cd79dfe33" providerId="ADAL" clId="{FAAA55E2-AA12-486A-A041-AB38FB9015FB}" dt="2020-06-17T22:02:34.434" v="2034" actId="1076"/>
          <ac:grpSpMkLst>
            <pc:docMk/>
            <pc:sldMk cId="2214639260" sldId="329"/>
            <ac:grpSpMk id="16" creationId="{1FFB3AEB-EED7-4966-AA6B-D88594C307C9}"/>
          </ac:grpSpMkLst>
        </pc:grpChg>
        <pc:picChg chg="add mod">
          <ac:chgData name="Aaron Douglass" userId="6e16ec26-9b7e-4600-9f0c-b73cd79dfe33" providerId="ADAL" clId="{FAAA55E2-AA12-486A-A041-AB38FB9015FB}" dt="2020-06-17T21:58:19.324" v="1902" actId="12789"/>
          <ac:picMkLst>
            <pc:docMk/>
            <pc:sldMk cId="2214639260" sldId="329"/>
            <ac:picMk id="1026" creationId="{3EC05A43-8A3E-4092-9AC8-65A8577A0B65}"/>
          </ac:picMkLst>
        </pc:picChg>
        <pc:picChg chg="add mod">
          <ac:chgData name="Aaron Douglass" userId="6e16ec26-9b7e-4600-9f0c-b73cd79dfe33" providerId="ADAL" clId="{FAAA55E2-AA12-486A-A041-AB38FB9015FB}" dt="2020-06-17T21:58:19.324" v="1902" actId="12789"/>
          <ac:picMkLst>
            <pc:docMk/>
            <pc:sldMk cId="2214639260" sldId="329"/>
            <ac:picMk id="1028" creationId="{BF68BFFA-7B61-47E5-A15E-A718F998BDFD}"/>
          </ac:picMkLst>
        </pc:picChg>
        <pc:cxnChg chg="add mod">
          <ac:chgData name="Aaron Douglass" userId="6e16ec26-9b7e-4600-9f0c-b73cd79dfe33" providerId="ADAL" clId="{FAAA55E2-AA12-486A-A041-AB38FB9015FB}" dt="2020-06-17T22:02:53.922" v="2039" actId="692"/>
          <ac:cxnSpMkLst>
            <pc:docMk/>
            <pc:sldMk cId="2214639260" sldId="329"/>
            <ac:cxnSpMk id="13" creationId="{E0603D33-F7D7-4686-9A2C-EB75E8374AAE}"/>
          </ac:cxnSpMkLst>
        </pc:cxnChg>
      </pc:sldChg>
      <pc:sldChg chg="addSp delSp modSp add mod">
        <pc:chgData name="Aaron Douglass" userId="6e16ec26-9b7e-4600-9f0c-b73cd79dfe33" providerId="ADAL" clId="{FAAA55E2-AA12-486A-A041-AB38FB9015FB}" dt="2020-06-17T22:13:42.137" v="2395" actId="20577"/>
        <pc:sldMkLst>
          <pc:docMk/>
          <pc:sldMk cId="1227934287" sldId="330"/>
        </pc:sldMkLst>
        <pc:spChg chg="del mod">
          <ac:chgData name="Aaron Douglass" userId="6e16ec26-9b7e-4600-9f0c-b73cd79dfe33" providerId="ADAL" clId="{FAAA55E2-AA12-486A-A041-AB38FB9015FB}" dt="2020-06-17T22:04:23.961" v="2041" actId="478"/>
          <ac:spMkLst>
            <pc:docMk/>
            <pc:sldMk cId="1227934287" sldId="330"/>
            <ac:spMk id="3" creationId="{1246C56C-D96A-594F-9396-BF005A7BB852}"/>
          </ac:spMkLst>
        </pc:spChg>
        <pc:spChg chg="mod">
          <ac:chgData name="Aaron Douglass" userId="6e16ec26-9b7e-4600-9f0c-b73cd79dfe33" providerId="ADAL" clId="{FAAA55E2-AA12-486A-A041-AB38FB9015FB}" dt="2020-06-17T21:12:32.528" v="491" actId="20577"/>
          <ac:spMkLst>
            <pc:docMk/>
            <pc:sldMk cId="1227934287" sldId="330"/>
            <ac:spMk id="4" creationId="{0B3AE63B-3B1E-1948-919B-76F3749373E2}"/>
          </ac:spMkLst>
        </pc:spChg>
        <pc:spChg chg="mod">
          <ac:chgData name="Aaron Douglass" userId="6e16ec26-9b7e-4600-9f0c-b73cd79dfe33" providerId="ADAL" clId="{FAAA55E2-AA12-486A-A041-AB38FB9015FB}" dt="2020-06-17T22:04:49.954" v="2067" actId="1076"/>
          <ac:spMkLst>
            <pc:docMk/>
            <pc:sldMk cId="1227934287" sldId="330"/>
            <ac:spMk id="5" creationId="{68E7433E-B3FA-884D-A853-43B14784D27D}"/>
          </ac:spMkLst>
        </pc:spChg>
        <pc:spChg chg="add del mod">
          <ac:chgData name="Aaron Douglass" userId="6e16ec26-9b7e-4600-9f0c-b73cd79dfe33" providerId="ADAL" clId="{FAAA55E2-AA12-486A-A041-AB38FB9015FB}" dt="2020-06-17T22:04:26.779" v="2042" actId="478"/>
          <ac:spMkLst>
            <pc:docMk/>
            <pc:sldMk cId="1227934287" sldId="330"/>
            <ac:spMk id="6" creationId="{EFED74F7-ADD9-4266-A7C8-A45AEC9E8623}"/>
          </ac:spMkLst>
        </pc:spChg>
        <pc:spChg chg="add mod">
          <ac:chgData name="Aaron Douglass" userId="6e16ec26-9b7e-4600-9f0c-b73cd79dfe33" providerId="ADAL" clId="{FAAA55E2-AA12-486A-A041-AB38FB9015FB}" dt="2020-06-17T22:13:42.137" v="2395" actId="20577"/>
          <ac:spMkLst>
            <pc:docMk/>
            <pc:sldMk cId="1227934287" sldId="330"/>
            <ac:spMk id="7" creationId="{2DE39306-B5A3-4BCA-804D-AB9D2E0AD339}"/>
          </ac:spMkLst>
        </pc:spChg>
      </pc:sldChg>
      <pc:sldChg chg="add del">
        <pc:chgData name="Aaron Douglass" userId="6e16ec26-9b7e-4600-9f0c-b73cd79dfe33" providerId="ADAL" clId="{FAAA55E2-AA12-486A-A041-AB38FB9015FB}" dt="2020-06-17T22:13:48.595" v="2396" actId="47"/>
        <pc:sldMkLst>
          <pc:docMk/>
          <pc:sldMk cId="3157717470" sldId="331"/>
        </pc:sldMkLst>
      </pc:sldChg>
      <pc:sldChg chg="modSp add del ord">
        <pc:chgData name="Aaron Douglass" userId="6e16ec26-9b7e-4600-9f0c-b73cd79dfe33" providerId="ADAL" clId="{FAAA55E2-AA12-486A-A041-AB38FB9015FB}" dt="2020-06-17T22:14:22.011" v="2397" actId="47"/>
        <pc:sldMkLst>
          <pc:docMk/>
          <pc:sldMk cId="811684773" sldId="332"/>
        </pc:sldMkLst>
        <pc:spChg chg="mod">
          <ac:chgData name="Aaron Douglass" userId="6e16ec26-9b7e-4600-9f0c-b73cd79dfe33" providerId="ADAL" clId="{FAAA55E2-AA12-486A-A041-AB38FB9015FB}" dt="2020-06-17T21:14:11.767" v="519"/>
          <ac:spMkLst>
            <pc:docMk/>
            <pc:sldMk cId="811684773" sldId="332"/>
            <ac:spMk id="4" creationId="{0B3AE63B-3B1E-1948-919B-76F3749373E2}"/>
          </ac:spMkLst>
        </pc:spChg>
      </pc:sldChg>
      <pc:sldChg chg="addSp delSp modSp add mod">
        <pc:chgData name="Aaron Douglass" userId="6e16ec26-9b7e-4600-9f0c-b73cd79dfe33" providerId="ADAL" clId="{FAAA55E2-AA12-486A-A041-AB38FB9015FB}" dt="2020-06-24T21:23:18.017" v="2402" actId="21"/>
        <pc:sldMkLst>
          <pc:docMk/>
          <pc:sldMk cId="3999452096" sldId="333"/>
        </pc:sldMkLst>
        <pc:spChg chg="del mod">
          <ac:chgData name="Aaron Douglass" userId="6e16ec26-9b7e-4600-9f0c-b73cd79dfe33" providerId="ADAL" clId="{FAAA55E2-AA12-486A-A041-AB38FB9015FB}" dt="2020-06-17T21:14:55.109" v="526" actId="478"/>
          <ac:spMkLst>
            <pc:docMk/>
            <pc:sldMk cId="3999452096" sldId="333"/>
            <ac:spMk id="3" creationId="{1246C56C-D96A-594F-9396-BF005A7BB852}"/>
          </ac:spMkLst>
        </pc:spChg>
        <pc:spChg chg="mod">
          <ac:chgData name="Aaron Douglass" userId="6e16ec26-9b7e-4600-9f0c-b73cd79dfe33" providerId="ADAL" clId="{FAAA55E2-AA12-486A-A041-AB38FB9015FB}" dt="2020-06-17T21:14:31.252" v="521"/>
          <ac:spMkLst>
            <pc:docMk/>
            <pc:sldMk cId="3999452096" sldId="333"/>
            <ac:spMk id="4" creationId="{0B3AE63B-3B1E-1948-919B-76F3749373E2}"/>
          </ac:spMkLst>
        </pc:spChg>
        <pc:spChg chg="del mod">
          <ac:chgData name="Aaron Douglass" userId="6e16ec26-9b7e-4600-9f0c-b73cd79dfe33" providerId="ADAL" clId="{FAAA55E2-AA12-486A-A041-AB38FB9015FB}" dt="2020-06-17T21:14:48.377" v="523" actId="478"/>
          <ac:spMkLst>
            <pc:docMk/>
            <pc:sldMk cId="3999452096" sldId="333"/>
            <ac:spMk id="5" creationId="{68E7433E-B3FA-884D-A853-43B14784D27D}"/>
          </ac:spMkLst>
        </pc:spChg>
        <pc:spChg chg="add del mod">
          <ac:chgData name="Aaron Douglass" userId="6e16ec26-9b7e-4600-9f0c-b73cd79dfe33" providerId="ADAL" clId="{FAAA55E2-AA12-486A-A041-AB38FB9015FB}" dt="2020-06-17T21:14:51.272" v="524" actId="478"/>
          <ac:spMkLst>
            <pc:docMk/>
            <pc:sldMk cId="3999452096" sldId="333"/>
            <ac:spMk id="6" creationId="{42187415-3854-4426-90C9-E7EE26172691}"/>
          </ac:spMkLst>
        </pc:spChg>
        <pc:spChg chg="add del mod">
          <ac:chgData name="Aaron Douglass" userId="6e16ec26-9b7e-4600-9f0c-b73cd79dfe33" providerId="ADAL" clId="{FAAA55E2-AA12-486A-A041-AB38FB9015FB}" dt="2020-06-17T21:14:59.256" v="528" actId="478"/>
          <ac:spMkLst>
            <pc:docMk/>
            <pc:sldMk cId="3999452096" sldId="333"/>
            <ac:spMk id="8" creationId="{BAACD33B-9B48-4D55-A2D7-2DD3C65CF322}"/>
          </ac:spMkLst>
        </pc:spChg>
        <pc:spChg chg="add mod">
          <ac:chgData name="Aaron Douglass" userId="6e16ec26-9b7e-4600-9f0c-b73cd79dfe33" providerId="ADAL" clId="{FAAA55E2-AA12-486A-A041-AB38FB9015FB}" dt="2020-06-17T21:19:49.556" v="926" actId="20577"/>
          <ac:spMkLst>
            <pc:docMk/>
            <pc:sldMk cId="3999452096" sldId="333"/>
            <ac:spMk id="9" creationId="{189A0174-7EC3-4262-B7CD-A571C913D9F1}"/>
          </ac:spMkLst>
        </pc:spChg>
        <pc:spChg chg="add mod">
          <ac:chgData name="Aaron Douglass" userId="6e16ec26-9b7e-4600-9f0c-b73cd79dfe33" providerId="ADAL" clId="{FAAA55E2-AA12-486A-A041-AB38FB9015FB}" dt="2020-06-17T21:18:57.993" v="867" actId="20577"/>
          <ac:spMkLst>
            <pc:docMk/>
            <pc:sldMk cId="3999452096" sldId="333"/>
            <ac:spMk id="10" creationId="{0F02E528-74AC-4D29-91D6-FD4DC8579F55}"/>
          </ac:spMkLst>
        </pc:spChg>
        <pc:picChg chg="add del">
          <ac:chgData name="Aaron Douglass" userId="6e16ec26-9b7e-4600-9f0c-b73cd79dfe33" providerId="ADAL" clId="{FAAA55E2-AA12-486A-A041-AB38FB9015FB}" dt="2020-06-24T21:23:18.017" v="2402" actId="21"/>
          <ac:picMkLst>
            <pc:docMk/>
            <pc:sldMk cId="3999452096" sldId="333"/>
            <ac:picMk id="2" creationId="{9EAA5DD9-BC34-4DA0-A5C0-4FB022E785A8}"/>
          </ac:picMkLst>
        </pc:picChg>
      </pc:sldChg>
      <pc:sldChg chg="addSp delSp modSp add mod">
        <pc:chgData name="Aaron Douglass" userId="6e16ec26-9b7e-4600-9f0c-b73cd79dfe33" providerId="ADAL" clId="{FAAA55E2-AA12-486A-A041-AB38FB9015FB}" dt="2020-06-17T21:52:29.787" v="1852" actId="1036"/>
        <pc:sldMkLst>
          <pc:docMk/>
          <pc:sldMk cId="297739648" sldId="334"/>
        </pc:sldMkLst>
        <pc:spChg chg="del">
          <ac:chgData name="Aaron Douglass" userId="6e16ec26-9b7e-4600-9f0c-b73cd79dfe33" providerId="ADAL" clId="{FAAA55E2-AA12-486A-A041-AB38FB9015FB}" dt="2020-06-17T21:42:08.730" v="1398" actId="478"/>
          <ac:spMkLst>
            <pc:docMk/>
            <pc:sldMk cId="297739648" sldId="334"/>
            <ac:spMk id="2" creationId="{F9BB551D-769E-48AA-AE6C-27852F973FA9}"/>
          </ac:spMkLst>
        </pc:spChg>
        <pc:spChg chg="mod">
          <ac:chgData name="Aaron Douglass" userId="6e16ec26-9b7e-4600-9f0c-b73cd79dfe33" providerId="ADAL" clId="{FAAA55E2-AA12-486A-A041-AB38FB9015FB}" dt="2020-06-17T21:42:34.446" v="1437" actId="14100"/>
          <ac:spMkLst>
            <pc:docMk/>
            <pc:sldMk cId="297739648" sldId="334"/>
            <ac:spMk id="3" creationId="{1246C56C-D96A-594F-9396-BF005A7BB852}"/>
          </ac:spMkLst>
        </pc:spChg>
        <pc:spChg chg="del mod">
          <ac:chgData name="Aaron Douglass" userId="6e16ec26-9b7e-4600-9f0c-b73cd79dfe33" providerId="ADAL" clId="{FAAA55E2-AA12-486A-A041-AB38FB9015FB}" dt="2020-06-17T21:45:30.353" v="1445" actId="478"/>
          <ac:spMkLst>
            <pc:docMk/>
            <pc:sldMk cId="297739648" sldId="334"/>
            <ac:spMk id="5" creationId="{68E7433E-B3FA-884D-A853-43B14784D27D}"/>
          </ac:spMkLst>
        </pc:spChg>
        <pc:spChg chg="del mod">
          <ac:chgData name="Aaron Douglass" userId="6e16ec26-9b7e-4600-9f0c-b73cd79dfe33" providerId="ADAL" clId="{FAAA55E2-AA12-486A-A041-AB38FB9015FB}" dt="2020-06-17T21:42:10.591" v="1401" actId="478"/>
          <ac:spMkLst>
            <pc:docMk/>
            <pc:sldMk cId="297739648" sldId="334"/>
            <ac:spMk id="6" creationId="{A1F17969-1948-45C4-BFC6-5A60101A8485}"/>
          </ac:spMkLst>
        </pc:spChg>
        <pc:spChg chg="del">
          <ac:chgData name="Aaron Douglass" userId="6e16ec26-9b7e-4600-9f0c-b73cd79dfe33" providerId="ADAL" clId="{FAAA55E2-AA12-486A-A041-AB38FB9015FB}" dt="2020-06-17T21:42:09.231" v="1399" actId="478"/>
          <ac:spMkLst>
            <pc:docMk/>
            <pc:sldMk cId="297739648" sldId="334"/>
            <ac:spMk id="7" creationId="{3F620A03-65F4-419A-8795-488FA4265197}"/>
          </ac:spMkLst>
        </pc:spChg>
        <pc:spChg chg="del">
          <ac:chgData name="Aaron Douglass" userId="6e16ec26-9b7e-4600-9f0c-b73cd79dfe33" providerId="ADAL" clId="{FAAA55E2-AA12-486A-A041-AB38FB9015FB}" dt="2020-06-17T21:42:08.219" v="1397" actId="478"/>
          <ac:spMkLst>
            <pc:docMk/>
            <pc:sldMk cId="297739648" sldId="334"/>
            <ac:spMk id="8" creationId="{D2EFAEEB-D191-451A-A2CA-E42C59B6D921}"/>
          </ac:spMkLst>
        </pc:spChg>
        <pc:spChg chg="add del mod">
          <ac:chgData name="Aaron Douglass" userId="6e16ec26-9b7e-4600-9f0c-b73cd79dfe33" providerId="ADAL" clId="{FAAA55E2-AA12-486A-A041-AB38FB9015FB}" dt="2020-06-17T21:45:33.749" v="1447" actId="478"/>
          <ac:spMkLst>
            <pc:docMk/>
            <pc:sldMk cId="297739648" sldId="334"/>
            <ac:spMk id="10" creationId="{5BEBC528-99AD-4AA4-B12C-82FFE2E827EC}"/>
          </ac:spMkLst>
        </pc:spChg>
        <pc:graphicFrameChg chg="add mod">
          <ac:chgData name="Aaron Douglass" userId="6e16ec26-9b7e-4600-9f0c-b73cd79dfe33" providerId="ADAL" clId="{FAAA55E2-AA12-486A-A041-AB38FB9015FB}" dt="2020-06-17T21:51:39.387" v="1784" actId="12100"/>
          <ac:graphicFrameMkLst>
            <pc:docMk/>
            <pc:sldMk cId="297739648" sldId="334"/>
            <ac:graphicFrameMk id="11" creationId="{1E3E0225-43CF-4C9C-8C36-2994A00644AF}"/>
          </ac:graphicFrameMkLst>
        </pc:graphicFrameChg>
        <pc:graphicFrameChg chg="add mod">
          <ac:chgData name="Aaron Douglass" userId="6e16ec26-9b7e-4600-9f0c-b73cd79dfe33" providerId="ADAL" clId="{FAAA55E2-AA12-486A-A041-AB38FB9015FB}" dt="2020-06-17T21:52:29.787" v="1852" actId="1036"/>
          <ac:graphicFrameMkLst>
            <pc:docMk/>
            <pc:sldMk cId="297739648" sldId="334"/>
            <ac:graphicFrameMk id="12" creationId="{D584448A-3B70-4AC8-8435-631AC969AD40}"/>
          </ac:graphicFrameMkLst>
        </pc:graphicFrameChg>
      </pc:sldChg>
      <pc:sldChg chg="addSp delSp modSp new mod">
        <pc:chgData name="Aaron Douglass" userId="6e16ec26-9b7e-4600-9f0c-b73cd79dfe33" providerId="ADAL" clId="{FAAA55E2-AA12-486A-A041-AB38FB9015FB}" dt="2020-06-25T20:48:36.884" v="2935" actId="1076"/>
        <pc:sldMkLst>
          <pc:docMk/>
          <pc:sldMk cId="987736772" sldId="335"/>
        </pc:sldMkLst>
        <pc:spChg chg="del mod">
          <ac:chgData name="Aaron Douglass" userId="6e16ec26-9b7e-4600-9f0c-b73cd79dfe33" providerId="ADAL" clId="{FAAA55E2-AA12-486A-A041-AB38FB9015FB}" dt="2020-06-24T21:23:21.955" v="2404" actId="478"/>
          <ac:spMkLst>
            <pc:docMk/>
            <pc:sldMk cId="987736772" sldId="335"/>
            <ac:spMk id="2" creationId="{2AF5BCF8-E6D8-4A07-BD99-7F24AE142C3C}"/>
          </ac:spMkLst>
        </pc:spChg>
        <pc:spChg chg="add del mod">
          <ac:chgData name="Aaron Douglass" userId="6e16ec26-9b7e-4600-9f0c-b73cd79dfe33" providerId="ADAL" clId="{FAAA55E2-AA12-486A-A041-AB38FB9015FB}" dt="2020-06-25T20:41:01.716" v="2685" actId="21"/>
          <ac:spMkLst>
            <pc:docMk/>
            <pc:sldMk cId="987736772" sldId="335"/>
            <ac:spMk id="2" creationId="{DDB66CF8-8DC8-482C-8D48-1F54918A1969}"/>
          </ac:spMkLst>
        </pc:spChg>
        <pc:spChg chg="del">
          <ac:chgData name="Aaron Douglass" userId="6e16ec26-9b7e-4600-9f0c-b73cd79dfe33" providerId="ADAL" clId="{FAAA55E2-AA12-486A-A041-AB38FB9015FB}" dt="2020-06-24T21:23:29.139" v="2405" actId="478"/>
          <ac:spMkLst>
            <pc:docMk/>
            <pc:sldMk cId="987736772" sldId="335"/>
            <ac:spMk id="3" creationId="{65D9A5CD-66A8-48F7-9510-2B7852FCF625}"/>
          </ac:spMkLst>
        </pc:spChg>
        <pc:spChg chg="del">
          <ac:chgData name="Aaron Douglass" userId="6e16ec26-9b7e-4600-9f0c-b73cd79dfe33" providerId="ADAL" clId="{FAAA55E2-AA12-486A-A041-AB38FB9015FB}" dt="2020-06-24T21:23:29.139" v="2405" actId="478"/>
          <ac:spMkLst>
            <pc:docMk/>
            <pc:sldMk cId="987736772" sldId="335"/>
            <ac:spMk id="4" creationId="{3CBF811C-DBAE-4A9A-9751-4217527AB3B2}"/>
          </ac:spMkLst>
        </pc:spChg>
        <pc:spChg chg="del">
          <ac:chgData name="Aaron Douglass" userId="6e16ec26-9b7e-4600-9f0c-b73cd79dfe33" providerId="ADAL" clId="{FAAA55E2-AA12-486A-A041-AB38FB9015FB}" dt="2020-06-24T21:23:29.139" v="2405" actId="478"/>
          <ac:spMkLst>
            <pc:docMk/>
            <pc:sldMk cId="987736772" sldId="335"/>
            <ac:spMk id="5" creationId="{BF688B30-E726-4C84-9FB7-9F6D587F3438}"/>
          </ac:spMkLst>
        </pc:spChg>
        <pc:picChg chg="add mod">
          <ac:chgData name="Aaron Douglass" userId="6e16ec26-9b7e-4600-9f0c-b73cd79dfe33" providerId="ADAL" clId="{FAAA55E2-AA12-486A-A041-AB38FB9015FB}" dt="2020-06-25T20:48:36.884" v="2935" actId="1076"/>
          <ac:picMkLst>
            <pc:docMk/>
            <pc:sldMk cId="987736772" sldId="335"/>
            <ac:picMk id="4" creationId="{B2A0F31A-55D5-4C82-B664-2E163347EFD6}"/>
          </ac:picMkLst>
        </pc:picChg>
        <pc:picChg chg="add mod">
          <ac:chgData name="Aaron Douglass" userId="6e16ec26-9b7e-4600-9f0c-b73cd79dfe33" providerId="ADAL" clId="{FAAA55E2-AA12-486A-A041-AB38FB9015FB}" dt="2020-06-25T20:24:19.995" v="2412" actId="1076"/>
          <ac:picMkLst>
            <pc:docMk/>
            <pc:sldMk cId="987736772" sldId="335"/>
            <ac:picMk id="6" creationId="{62CE3D34-F3CD-4B03-8AD3-57BD1E0FAA4A}"/>
          </ac:picMkLst>
        </pc:picChg>
        <pc:cxnChg chg="add">
          <ac:chgData name="Aaron Douglass" userId="6e16ec26-9b7e-4600-9f0c-b73cd79dfe33" providerId="ADAL" clId="{FAAA55E2-AA12-486A-A041-AB38FB9015FB}" dt="2020-06-25T20:48:12.855" v="2933" actId="11529"/>
          <ac:cxnSpMkLst>
            <pc:docMk/>
            <pc:sldMk cId="987736772" sldId="335"/>
            <ac:cxnSpMk id="5" creationId="{8043B46D-249E-46BE-A78B-799EC62ED0D2}"/>
          </ac:cxnSpMkLst>
        </pc:cxnChg>
        <pc:cxnChg chg="add">
          <ac:chgData name="Aaron Douglass" userId="6e16ec26-9b7e-4600-9f0c-b73cd79dfe33" providerId="ADAL" clId="{FAAA55E2-AA12-486A-A041-AB38FB9015FB}" dt="2020-06-25T20:48:35.995" v="2934" actId="11529"/>
          <ac:cxnSpMkLst>
            <pc:docMk/>
            <pc:sldMk cId="987736772" sldId="335"/>
            <ac:cxnSpMk id="8" creationId="{D3B5123E-0B9A-4962-98A3-D47388CF6AC6}"/>
          </ac:cxnSpMkLst>
        </pc:cxnChg>
      </pc:sldChg>
      <pc:sldChg chg="addSp delSp modSp add mod modNotesTx">
        <pc:chgData name="Aaron Douglass" userId="6e16ec26-9b7e-4600-9f0c-b73cd79dfe33" providerId="ADAL" clId="{FAAA55E2-AA12-486A-A041-AB38FB9015FB}" dt="2020-06-25T21:26:09.752" v="3287" actId="207"/>
        <pc:sldMkLst>
          <pc:docMk/>
          <pc:sldMk cId="3993970072" sldId="336"/>
        </pc:sldMkLst>
        <pc:spChg chg="add mod">
          <ac:chgData name="Aaron Douglass" userId="6e16ec26-9b7e-4600-9f0c-b73cd79dfe33" providerId="ADAL" clId="{FAAA55E2-AA12-486A-A041-AB38FB9015FB}" dt="2020-06-25T21:21:17.850" v="3115" actId="6549"/>
          <ac:spMkLst>
            <pc:docMk/>
            <pc:sldMk cId="3993970072" sldId="336"/>
            <ac:spMk id="2" creationId="{4B5105B6-65BF-4E73-8049-2250281B249E}"/>
          </ac:spMkLst>
        </pc:spChg>
        <pc:spChg chg="add del mod">
          <ac:chgData name="Aaron Douglass" userId="6e16ec26-9b7e-4600-9f0c-b73cd79dfe33" providerId="ADAL" clId="{FAAA55E2-AA12-486A-A041-AB38FB9015FB}" dt="2020-06-25T20:27:22.551" v="2496" actId="478"/>
          <ac:spMkLst>
            <pc:docMk/>
            <pc:sldMk cId="3993970072" sldId="336"/>
            <ac:spMk id="4" creationId="{74B37A7E-3907-4CE0-BC77-EACACA597B2A}"/>
          </ac:spMkLst>
        </pc:spChg>
        <pc:spChg chg="add mod">
          <ac:chgData name="Aaron Douglass" userId="6e16ec26-9b7e-4600-9f0c-b73cd79dfe33" providerId="ADAL" clId="{FAAA55E2-AA12-486A-A041-AB38FB9015FB}" dt="2020-06-25T20:26:53.136" v="2474" actId="20577"/>
          <ac:spMkLst>
            <pc:docMk/>
            <pc:sldMk cId="3993970072" sldId="336"/>
            <ac:spMk id="5" creationId="{86B5563F-E18F-4084-A1DD-C590B2DE518D}"/>
          </ac:spMkLst>
        </pc:spChg>
        <pc:spChg chg="add mod">
          <ac:chgData name="Aaron Douglass" userId="6e16ec26-9b7e-4600-9f0c-b73cd79dfe33" providerId="ADAL" clId="{FAAA55E2-AA12-486A-A041-AB38FB9015FB}" dt="2020-06-25T21:21:39.091" v="3201" actId="1035"/>
          <ac:spMkLst>
            <pc:docMk/>
            <pc:sldMk cId="3993970072" sldId="336"/>
            <ac:spMk id="7" creationId="{FBBBB3B5-DB6C-47F2-975C-AFD96375D0F0}"/>
          </ac:spMkLst>
        </pc:spChg>
        <pc:spChg chg="add mod">
          <ac:chgData name="Aaron Douglass" userId="6e16ec26-9b7e-4600-9f0c-b73cd79dfe33" providerId="ADAL" clId="{FAAA55E2-AA12-486A-A041-AB38FB9015FB}" dt="2020-06-25T21:24:19.145" v="3240" actId="207"/>
          <ac:spMkLst>
            <pc:docMk/>
            <pc:sldMk cId="3993970072" sldId="336"/>
            <ac:spMk id="8" creationId="{62925634-FD98-4B20-BFD5-CCF2FEBE372D}"/>
          </ac:spMkLst>
        </pc:spChg>
        <pc:spChg chg="add del mod">
          <ac:chgData name="Aaron Douglass" userId="6e16ec26-9b7e-4600-9f0c-b73cd79dfe33" providerId="ADAL" clId="{FAAA55E2-AA12-486A-A041-AB38FB9015FB}" dt="2020-06-25T20:50:04.806" v="2941" actId="478"/>
          <ac:spMkLst>
            <pc:docMk/>
            <pc:sldMk cId="3993970072" sldId="336"/>
            <ac:spMk id="9" creationId="{DF2385CB-68E4-45E4-8F5C-09410F384D48}"/>
          </ac:spMkLst>
        </pc:spChg>
        <pc:spChg chg="add mod topLvl">
          <ac:chgData name="Aaron Douglass" userId="6e16ec26-9b7e-4600-9f0c-b73cd79dfe33" providerId="ADAL" clId="{FAAA55E2-AA12-486A-A041-AB38FB9015FB}" dt="2020-06-25T21:25:32.468" v="3248" actId="20577"/>
          <ac:spMkLst>
            <pc:docMk/>
            <pc:sldMk cId="3993970072" sldId="336"/>
            <ac:spMk id="10" creationId="{5C13F56A-51F6-4CB9-A76C-9F000F03786F}"/>
          </ac:spMkLst>
        </pc:spChg>
        <pc:spChg chg="add mod topLvl">
          <ac:chgData name="Aaron Douglass" userId="6e16ec26-9b7e-4600-9f0c-b73cd79dfe33" providerId="ADAL" clId="{FAAA55E2-AA12-486A-A041-AB38FB9015FB}" dt="2020-06-25T21:19:41.779" v="3099" actId="164"/>
          <ac:spMkLst>
            <pc:docMk/>
            <pc:sldMk cId="3993970072" sldId="336"/>
            <ac:spMk id="11" creationId="{D331ABB2-BB47-4235-9DB3-052DDA6D09DA}"/>
          </ac:spMkLst>
        </pc:spChg>
        <pc:spChg chg="add mod topLvl">
          <ac:chgData name="Aaron Douglass" userId="6e16ec26-9b7e-4600-9f0c-b73cd79dfe33" providerId="ADAL" clId="{FAAA55E2-AA12-486A-A041-AB38FB9015FB}" dt="2020-06-25T21:23:56.881" v="3237" actId="207"/>
          <ac:spMkLst>
            <pc:docMk/>
            <pc:sldMk cId="3993970072" sldId="336"/>
            <ac:spMk id="12" creationId="{BF380094-382A-4BE2-BA99-4EA337C197C0}"/>
          </ac:spMkLst>
        </pc:spChg>
        <pc:spChg chg="add mod">
          <ac:chgData name="Aaron Douglass" userId="6e16ec26-9b7e-4600-9f0c-b73cd79dfe33" providerId="ADAL" clId="{FAAA55E2-AA12-486A-A041-AB38FB9015FB}" dt="2020-06-25T21:13:51.620" v="3019" actId="1076"/>
          <ac:spMkLst>
            <pc:docMk/>
            <pc:sldMk cId="3993970072" sldId="336"/>
            <ac:spMk id="13" creationId="{2E14E4F0-BAB6-4302-82BB-9F5E3F169206}"/>
          </ac:spMkLst>
        </pc:spChg>
        <pc:spChg chg="add mod">
          <ac:chgData name="Aaron Douglass" userId="6e16ec26-9b7e-4600-9f0c-b73cd79dfe33" providerId="ADAL" clId="{FAAA55E2-AA12-486A-A041-AB38FB9015FB}" dt="2020-06-25T21:26:03.813" v="3285" actId="207"/>
          <ac:spMkLst>
            <pc:docMk/>
            <pc:sldMk cId="3993970072" sldId="336"/>
            <ac:spMk id="14" creationId="{8A4FA09E-783A-426C-B8DB-7445E63DA4B4}"/>
          </ac:spMkLst>
        </pc:spChg>
        <pc:spChg chg="add mod ord">
          <ac:chgData name="Aaron Douglass" userId="6e16ec26-9b7e-4600-9f0c-b73cd79dfe33" providerId="ADAL" clId="{FAAA55E2-AA12-486A-A041-AB38FB9015FB}" dt="2020-06-25T21:22:45.667" v="3236" actId="207"/>
          <ac:spMkLst>
            <pc:docMk/>
            <pc:sldMk cId="3993970072" sldId="336"/>
            <ac:spMk id="15" creationId="{7F89358B-8182-4744-890C-4439E2F3B16A}"/>
          </ac:spMkLst>
        </pc:spChg>
        <pc:spChg chg="add mod">
          <ac:chgData name="Aaron Douglass" userId="6e16ec26-9b7e-4600-9f0c-b73cd79dfe33" providerId="ADAL" clId="{FAAA55E2-AA12-486A-A041-AB38FB9015FB}" dt="2020-06-25T21:14:12.460" v="3022" actId="1076"/>
          <ac:spMkLst>
            <pc:docMk/>
            <pc:sldMk cId="3993970072" sldId="336"/>
            <ac:spMk id="25" creationId="{627F716B-4953-4FCD-8C13-793306762EBA}"/>
          </ac:spMkLst>
        </pc:spChg>
        <pc:spChg chg="add mod">
          <ac:chgData name="Aaron Douglass" userId="6e16ec26-9b7e-4600-9f0c-b73cd79dfe33" providerId="ADAL" clId="{FAAA55E2-AA12-486A-A041-AB38FB9015FB}" dt="2020-06-25T21:24:11.358" v="3238" actId="207"/>
          <ac:spMkLst>
            <pc:docMk/>
            <pc:sldMk cId="3993970072" sldId="336"/>
            <ac:spMk id="26" creationId="{66402784-5648-4C6D-983D-55BD2DFD31D7}"/>
          </ac:spMkLst>
        </pc:spChg>
        <pc:spChg chg="add mod">
          <ac:chgData name="Aaron Douglass" userId="6e16ec26-9b7e-4600-9f0c-b73cd79dfe33" providerId="ADAL" clId="{FAAA55E2-AA12-486A-A041-AB38FB9015FB}" dt="2020-06-25T21:14:45.444" v="3040" actId="1076"/>
          <ac:spMkLst>
            <pc:docMk/>
            <pc:sldMk cId="3993970072" sldId="336"/>
            <ac:spMk id="27" creationId="{ECFE7606-4B15-43CF-B4C1-DDBB9CFFD7FF}"/>
          </ac:spMkLst>
        </pc:spChg>
        <pc:spChg chg="add mod">
          <ac:chgData name="Aaron Douglass" userId="6e16ec26-9b7e-4600-9f0c-b73cd79dfe33" providerId="ADAL" clId="{FAAA55E2-AA12-486A-A041-AB38FB9015FB}" dt="2020-06-25T21:15:07.370" v="3062" actId="1036"/>
          <ac:spMkLst>
            <pc:docMk/>
            <pc:sldMk cId="3993970072" sldId="336"/>
            <ac:spMk id="28" creationId="{91EC6FFB-062E-40D5-9534-528EF7C50C63}"/>
          </ac:spMkLst>
        </pc:spChg>
        <pc:spChg chg="add mod topLvl">
          <ac:chgData name="Aaron Douglass" userId="6e16ec26-9b7e-4600-9f0c-b73cd79dfe33" providerId="ADAL" clId="{FAAA55E2-AA12-486A-A041-AB38FB9015FB}" dt="2020-06-25T21:24:14.766" v="3239" actId="207"/>
          <ac:spMkLst>
            <pc:docMk/>
            <pc:sldMk cId="3993970072" sldId="336"/>
            <ac:spMk id="42" creationId="{E714002C-980B-4B8B-8056-07FC6BFAFA76}"/>
          </ac:spMkLst>
        </pc:spChg>
        <pc:spChg chg="add mod">
          <ac:chgData name="Aaron Douglass" userId="6e16ec26-9b7e-4600-9f0c-b73cd79dfe33" providerId="ADAL" clId="{FAAA55E2-AA12-486A-A041-AB38FB9015FB}" dt="2020-06-25T21:20:13.381" v="3104" actId="1076"/>
          <ac:spMkLst>
            <pc:docMk/>
            <pc:sldMk cId="3993970072" sldId="336"/>
            <ac:spMk id="43" creationId="{6096B54A-DC1F-49D9-967A-198A2E26D78D}"/>
          </ac:spMkLst>
        </pc:spChg>
        <pc:spChg chg="add mod">
          <ac:chgData name="Aaron Douglass" userId="6e16ec26-9b7e-4600-9f0c-b73cd79dfe33" providerId="ADAL" clId="{FAAA55E2-AA12-486A-A041-AB38FB9015FB}" dt="2020-06-25T21:26:06.599" v="3286" actId="207"/>
          <ac:spMkLst>
            <pc:docMk/>
            <pc:sldMk cId="3993970072" sldId="336"/>
            <ac:spMk id="47" creationId="{85416E88-21AB-4D0C-8F79-60A12C2AFB6F}"/>
          </ac:spMkLst>
        </pc:spChg>
        <pc:spChg chg="add mod">
          <ac:chgData name="Aaron Douglass" userId="6e16ec26-9b7e-4600-9f0c-b73cd79dfe33" providerId="ADAL" clId="{FAAA55E2-AA12-486A-A041-AB38FB9015FB}" dt="2020-06-25T21:26:09.752" v="3287" actId="207"/>
          <ac:spMkLst>
            <pc:docMk/>
            <pc:sldMk cId="3993970072" sldId="336"/>
            <ac:spMk id="51" creationId="{12597790-422E-44BB-B89C-7B3B071A356D}"/>
          </ac:spMkLst>
        </pc:spChg>
        <pc:grpChg chg="add del mod">
          <ac:chgData name="Aaron Douglass" userId="6e16ec26-9b7e-4600-9f0c-b73cd79dfe33" providerId="ADAL" clId="{FAAA55E2-AA12-486A-A041-AB38FB9015FB}" dt="2020-06-25T21:19:24.931" v="3096" actId="165"/>
          <ac:grpSpMkLst>
            <pc:docMk/>
            <pc:sldMk cId="3993970072" sldId="336"/>
            <ac:grpSpMk id="23" creationId="{3F74934D-93CF-446B-A223-FF58713A5A30}"/>
          </ac:grpSpMkLst>
        </pc:grpChg>
        <pc:grpChg chg="add mod">
          <ac:chgData name="Aaron Douglass" userId="6e16ec26-9b7e-4600-9f0c-b73cd79dfe33" providerId="ADAL" clId="{FAAA55E2-AA12-486A-A041-AB38FB9015FB}" dt="2020-06-25T21:19:41.779" v="3099" actId="164"/>
          <ac:grpSpMkLst>
            <pc:docMk/>
            <pc:sldMk cId="3993970072" sldId="336"/>
            <ac:grpSpMk id="44" creationId="{AB01E915-58EF-4759-AF7A-122973895E57}"/>
          </ac:grpSpMkLst>
        </pc:grpChg>
        <pc:picChg chg="add del mod">
          <ac:chgData name="Aaron Douglass" userId="6e16ec26-9b7e-4600-9f0c-b73cd79dfe33" providerId="ADAL" clId="{FAAA55E2-AA12-486A-A041-AB38FB9015FB}" dt="2020-06-25T20:25:53.405" v="2417" actId="478"/>
          <ac:picMkLst>
            <pc:docMk/>
            <pc:sldMk cId="3993970072" sldId="336"/>
            <ac:picMk id="3" creationId="{E855B5F5-D2CD-4115-904F-E4D42143DCFA}"/>
          </ac:picMkLst>
        </pc:picChg>
        <pc:picChg chg="del">
          <ac:chgData name="Aaron Douglass" userId="6e16ec26-9b7e-4600-9f0c-b73cd79dfe33" providerId="ADAL" clId="{FAAA55E2-AA12-486A-A041-AB38FB9015FB}" dt="2020-06-25T20:25:44.435" v="2414" actId="478"/>
          <ac:picMkLst>
            <pc:docMk/>
            <pc:sldMk cId="3993970072" sldId="336"/>
            <ac:picMk id="6" creationId="{62CE3D34-F3CD-4B03-8AD3-57BD1E0FAA4A}"/>
          </ac:picMkLst>
        </pc:picChg>
        <pc:cxnChg chg="add del mod">
          <ac:chgData name="Aaron Douglass" userId="6e16ec26-9b7e-4600-9f0c-b73cd79dfe33" providerId="ADAL" clId="{FAAA55E2-AA12-486A-A041-AB38FB9015FB}" dt="2020-06-25T21:16:01.183" v="3072" actId="478"/>
          <ac:cxnSpMkLst>
            <pc:docMk/>
            <pc:sldMk cId="3993970072" sldId="336"/>
            <ac:cxnSpMk id="4" creationId="{DBF63545-2705-4AF3-B3DE-8ABCA72F5D7A}"/>
          </ac:cxnSpMkLst>
        </pc:cxnChg>
        <pc:cxnChg chg="add del">
          <ac:chgData name="Aaron Douglass" userId="6e16ec26-9b7e-4600-9f0c-b73cd79dfe33" providerId="ADAL" clId="{FAAA55E2-AA12-486A-A041-AB38FB9015FB}" dt="2020-06-25T21:16:03.370" v="3073" actId="478"/>
          <ac:cxnSpMkLst>
            <pc:docMk/>
            <pc:sldMk cId="3993970072" sldId="336"/>
            <ac:cxnSpMk id="16" creationId="{D3030D4C-A1CD-4CFE-A6DD-55D5EC4E6F2C}"/>
          </ac:cxnSpMkLst>
        </pc:cxnChg>
        <pc:cxnChg chg="add del">
          <ac:chgData name="Aaron Douglass" userId="6e16ec26-9b7e-4600-9f0c-b73cd79dfe33" providerId="ADAL" clId="{FAAA55E2-AA12-486A-A041-AB38FB9015FB}" dt="2020-06-25T20:46:42.882" v="2929" actId="478"/>
          <ac:cxnSpMkLst>
            <pc:docMk/>
            <pc:sldMk cId="3993970072" sldId="336"/>
            <ac:cxnSpMk id="17" creationId="{075056E6-AC24-49EB-9DE8-3B9AACC25919}"/>
          </ac:cxnSpMkLst>
        </pc:cxnChg>
        <pc:cxnChg chg="add del mod">
          <ac:chgData name="Aaron Douglass" userId="6e16ec26-9b7e-4600-9f0c-b73cd79dfe33" providerId="ADAL" clId="{FAAA55E2-AA12-486A-A041-AB38FB9015FB}" dt="2020-06-25T21:15:59.988" v="3071" actId="478"/>
          <ac:cxnSpMkLst>
            <pc:docMk/>
            <pc:sldMk cId="3993970072" sldId="336"/>
            <ac:cxnSpMk id="18" creationId="{155E3FC2-FBD4-4B92-86BC-3BB98F5F044F}"/>
          </ac:cxnSpMkLst>
        </pc:cxnChg>
        <pc:cxnChg chg="add mod">
          <ac:chgData name="Aaron Douglass" userId="6e16ec26-9b7e-4600-9f0c-b73cd79dfe33" providerId="ADAL" clId="{FAAA55E2-AA12-486A-A041-AB38FB9015FB}" dt="2020-06-25T21:20:17.885" v="3105" actId="14100"/>
          <ac:cxnSpMkLst>
            <pc:docMk/>
            <pc:sldMk cId="3993970072" sldId="336"/>
            <ac:cxnSpMk id="19" creationId="{40BAA2D3-1166-4B5F-87CD-3C537DBF564F}"/>
          </ac:cxnSpMkLst>
        </pc:cxnChg>
        <pc:cxnChg chg="add mod">
          <ac:chgData name="Aaron Douglass" userId="6e16ec26-9b7e-4600-9f0c-b73cd79dfe33" providerId="ADAL" clId="{FAAA55E2-AA12-486A-A041-AB38FB9015FB}" dt="2020-06-25T21:17:17.829" v="3079" actId="14100"/>
          <ac:cxnSpMkLst>
            <pc:docMk/>
            <pc:sldMk cId="3993970072" sldId="336"/>
            <ac:cxnSpMk id="31" creationId="{53E3D18D-8DA9-4860-A378-D8826C5792A9}"/>
          </ac:cxnSpMkLst>
        </pc:cxnChg>
        <pc:cxnChg chg="add mod">
          <ac:chgData name="Aaron Douglass" userId="6e16ec26-9b7e-4600-9f0c-b73cd79dfe33" providerId="ADAL" clId="{FAAA55E2-AA12-486A-A041-AB38FB9015FB}" dt="2020-06-25T21:17:39.948" v="3082" actId="14100"/>
          <ac:cxnSpMkLst>
            <pc:docMk/>
            <pc:sldMk cId="3993970072" sldId="336"/>
            <ac:cxnSpMk id="34" creationId="{E79AF9D0-A8CF-4C80-805C-6F05AE569103}"/>
          </ac:cxnSpMkLst>
        </pc:cxnChg>
        <pc:cxnChg chg="add mod">
          <ac:chgData name="Aaron Douglass" userId="6e16ec26-9b7e-4600-9f0c-b73cd79dfe33" providerId="ADAL" clId="{FAAA55E2-AA12-486A-A041-AB38FB9015FB}" dt="2020-06-25T21:20:32.233" v="3109" actId="1036"/>
          <ac:cxnSpMkLst>
            <pc:docMk/>
            <pc:sldMk cId="3993970072" sldId="336"/>
            <ac:cxnSpMk id="37" creationId="{B99BC2D0-1080-41E5-BAFD-0726D34C8820}"/>
          </ac:cxnSpMkLst>
        </pc:cxnChg>
        <pc:cxnChg chg="add mod">
          <ac:chgData name="Aaron Douglass" userId="6e16ec26-9b7e-4600-9f0c-b73cd79dfe33" providerId="ADAL" clId="{FAAA55E2-AA12-486A-A041-AB38FB9015FB}" dt="2020-06-25T21:22:34.356" v="3235" actId="14100"/>
          <ac:cxnSpMkLst>
            <pc:docMk/>
            <pc:sldMk cId="3993970072" sldId="336"/>
            <ac:cxnSpMk id="48" creationId="{1ED2596A-5407-4D8F-894B-49B5B5467D7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9CACBC-7CCE-4E4A-8DA6-82B72B470FA4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85DC8458-7B3B-4499-B4BF-96568A8B626A}">
      <dgm:prSet phldrT="[Text]"/>
      <dgm:spPr/>
      <dgm:t>
        <a:bodyPr/>
        <a:lstStyle/>
        <a:p>
          <a:r>
            <a:rPr lang="en-US" dirty="0"/>
            <a:t>Assess whether a custom device is the best option given needs and experience </a:t>
          </a:r>
        </a:p>
      </dgm:t>
    </dgm:pt>
    <dgm:pt modelId="{5CA57789-7FFB-4237-AEB9-734A06F07E76}" type="parTrans" cxnId="{3AB986B6-8C97-4B9F-83B9-28CB27645A15}">
      <dgm:prSet/>
      <dgm:spPr/>
      <dgm:t>
        <a:bodyPr/>
        <a:lstStyle/>
        <a:p>
          <a:endParaRPr lang="en-US"/>
        </a:p>
      </dgm:t>
    </dgm:pt>
    <dgm:pt modelId="{9C87A362-D648-413E-B250-13353E8CA4CF}" type="sibTrans" cxnId="{3AB986B6-8C97-4B9F-83B9-28CB27645A15}">
      <dgm:prSet/>
      <dgm:spPr/>
      <dgm:t>
        <a:bodyPr/>
        <a:lstStyle/>
        <a:p>
          <a:endParaRPr lang="en-US"/>
        </a:p>
      </dgm:t>
    </dgm:pt>
    <dgm:pt modelId="{0ECDAFE3-A200-41F8-9323-61D340F664C0}">
      <dgm:prSet phldrT="[Text]"/>
      <dgm:spPr/>
      <dgm:t>
        <a:bodyPr/>
        <a:lstStyle/>
        <a:p>
          <a:r>
            <a:rPr lang="en-US" dirty="0"/>
            <a:t>Learn the custom device framework</a:t>
          </a:r>
        </a:p>
      </dgm:t>
    </dgm:pt>
    <dgm:pt modelId="{B7342619-1A7F-4C65-B2F9-C6D32A6059D2}" type="parTrans" cxnId="{A3B2C9FF-81EB-4463-BB36-B2BBADD22504}">
      <dgm:prSet/>
      <dgm:spPr/>
      <dgm:t>
        <a:bodyPr/>
        <a:lstStyle/>
        <a:p>
          <a:endParaRPr lang="en-US"/>
        </a:p>
      </dgm:t>
    </dgm:pt>
    <dgm:pt modelId="{BFFE7D7E-C926-4071-8D9B-1FBC673345D4}" type="sibTrans" cxnId="{A3B2C9FF-81EB-4463-BB36-B2BBADD22504}">
      <dgm:prSet/>
      <dgm:spPr/>
      <dgm:t>
        <a:bodyPr/>
        <a:lstStyle/>
        <a:p>
          <a:endParaRPr lang="en-US"/>
        </a:p>
      </dgm:t>
    </dgm:pt>
    <dgm:pt modelId="{FDD7D6B3-EDE1-4F01-896F-79CFD60AC8C8}">
      <dgm:prSet phldrT="[Text]"/>
      <dgm:spPr/>
      <dgm:t>
        <a:bodyPr/>
        <a:lstStyle/>
        <a:p>
          <a:r>
            <a:rPr lang="en-US" dirty="0"/>
            <a:t>Plan the custom device</a:t>
          </a:r>
        </a:p>
      </dgm:t>
    </dgm:pt>
    <dgm:pt modelId="{3B0FF606-0D13-482E-A0CC-80D4BBAF52F5}" type="parTrans" cxnId="{949CE42A-BDE9-4366-B7F4-F5E8D9927027}">
      <dgm:prSet/>
      <dgm:spPr/>
      <dgm:t>
        <a:bodyPr/>
        <a:lstStyle/>
        <a:p>
          <a:endParaRPr lang="en-US"/>
        </a:p>
      </dgm:t>
    </dgm:pt>
    <dgm:pt modelId="{6BE778FA-6704-4F9A-9E71-24D74A9A5418}" type="sibTrans" cxnId="{949CE42A-BDE9-4366-B7F4-F5E8D9927027}">
      <dgm:prSet/>
      <dgm:spPr/>
      <dgm:t>
        <a:bodyPr/>
        <a:lstStyle/>
        <a:p>
          <a:endParaRPr lang="en-US"/>
        </a:p>
      </dgm:t>
    </dgm:pt>
    <dgm:pt modelId="{683ECB1F-B411-42FB-A8AD-C7E9036EAC51}" type="pres">
      <dgm:prSet presAssocID="{DB9CACBC-7CCE-4E4A-8DA6-82B72B470FA4}" presName="Name0" presStyleCnt="0">
        <dgm:presLayoutVars>
          <dgm:dir/>
          <dgm:animLvl val="lvl"/>
          <dgm:resizeHandles val="exact"/>
        </dgm:presLayoutVars>
      </dgm:prSet>
      <dgm:spPr/>
    </dgm:pt>
    <dgm:pt modelId="{759D5670-C035-45F8-9A21-B21697E46A55}" type="pres">
      <dgm:prSet presAssocID="{85DC8458-7B3B-4499-B4BF-96568A8B626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BB23928-9BD9-4CD3-B94B-177ACC68BFDF}" type="pres">
      <dgm:prSet presAssocID="{9C87A362-D648-413E-B250-13353E8CA4CF}" presName="parTxOnlySpace" presStyleCnt="0"/>
      <dgm:spPr/>
    </dgm:pt>
    <dgm:pt modelId="{A190C472-6D9E-4F65-A46E-EC8FC2B1B9E2}" type="pres">
      <dgm:prSet presAssocID="{0ECDAFE3-A200-41F8-9323-61D340F664C0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6E8D7C1-94B0-43D3-8730-1F4D1D1E4ADA}" type="pres">
      <dgm:prSet presAssocID="{BFFE7D7E-C926-4071-8D9B-1FBC673345D4}" presName="parTxOnlySpace" presStyleCnt="0"/>
      <dgm:spPr/>
    </dgm:pt>
    <dgm:pt modelId="{51293856-4ED4-4EE1-8B3B-C06BC4B59AED}" type="pres">
      <dgm:prSet presAssocID="{FDD7D6B3-EDE1-4F01-896F-79CFD60AC8C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5BF6A01-AC52-4F09-99F0-F6866AE3E953}" type="presOf" srcId="{85DC8458-7B3B-4499-B4BF-96568A8B626A}" destId="{759D5670-C035-45F8-9A21-B21697E46A55}" srcOrd="0" destOrd="0" presId="urn:microsoft.com/office/officeart/2005/8/layout/chevron1"/>
    <dgm:cxn modelId="{81741E0D-FE21-46CE-A88D-83139F0CE8AD}" type="presOf" srcId="{DB9CACBC-7CCE-4E4A-8DA6-82B72B470FA4}" destId="{683ECB1F-B411-42FB-A8AD-C7E9036EAC51}" srcOrd="0" destOrd="0" presId="urn:microsoft.com/office/officeart/2005/8/layout/chevron1"/>
    <dgm:cxn modelId="{949CE42A-BDE9-4366-B7F4-F5E8D9927027}" srcId="{DB9CACBC-7CCE-4E4A-8DA6-82B72B470FA4}" destId="{FDD7D6B3-EDE1-4F01-896F-79CFD60AC8C8}" srcOrd="2" destOrd="0" parTransId="{3B0FF606-0D13-482E-A0CC-80D4BBAF52F5}" sibTransId="{6BE778FA-6704-4F9A-9E71-24D74A9A5418}"/>
    <dgm:cxn modelId="{8258754A-4D4B-40B6-BAB8-68FAEE17B7A8}" type="presOf" srcId="{FDD7D6B3-EDE1-4F01-896F-79CFD60AC8C8}" destId="{51293856-4ED4-4EE1-8B3B-C06BC4B59AED}" srcOrd="0" destOrd="0" presId="urn:microsoft.com/office/officeart/2005/8/layout/chevron1"/>
    <dgm:cxn modelId="{3AB986B6-8C97-4B9F-83B9-28CB27645A15}" srcId="{DB9CACBC-7CCE-4E4A-8DA6-82B72B470FA4}" destId="{85DC8458-7B3B-4499-B4BF-96568A8B626A}" srcOrd="0" destOrd="0" parTransId="{5CA57789-7FFB-4237-AEB9-734A06F07E76}" sibTransId="{9C87A362-D648-413E-B250-13353E8CA4CF}"/>
    <dgm:cxn modelId="{CA855EFD-E2FA-494D-A864-5D3920C05BBA}" type="presOf" srcId="{0ECDAFE3-A200-41F8-9323-61D340F664C0}" destId="{A190C472-6D9E-4F65-A46E-EC8FC2B1B9E2}" srcOrd="0" destOrd="0" presId="urn:microsoft.com/office/officeart/2005/8/layout/chevron1"/>
    <dgm:cxn modelId="{A3B2C9FF-81EB-4463-BB36-B2BBADD22504}" srcId="{DB9CACBC-7CCE-4E4A-8DA6-82B72B470FA4}" destId="{0ECDAFE3-A200-41F8-9323-61D340F664C0}" srcOrd="1" destOrd="0" parTransId="{B7342619-1A7F-4C65-B2F9-C6D32A6059D2}" sibTransId="{BFFE7D7E-C926-4071-8D9B-1FBC673345D4}"/>
    <dgm:cxn modelId="{9F125632-5E34-4B56-819D-57D69B8581B4}" type="presParOf" srcId="{683ECB1F-B411-42FB-A8AD-C7E9036EAC51}" destId="{759D5670-C035-45F8-9A21-B21697E46A55}" srcOrd="0" destOrd="0" presId="urn:microsoft.com/office/officeart/2005/8/layout/chevron1"/>
    <dgm:cxn modelId="{1042220F-6C40-4F46-B027-53107EBBCC83}" type="presParOf" srcId="{683ECB1F-B411-42FB-A8AD-C7E9036EAC51}" destId="{CBB23928-9BD9-4CD3-B94B-177ACC68BFDF}" srcOrd="1" destOrd="0" presId="urn:microsoft.com/office/officeart/2005/8/layout/chevron1"/>
    <dgm:cxn modelId="{F2F2BF27-A2FD-43AF-8FD1-CF71CB871162}" type="presParOf" srcId="{683ECB1F-B411-42FB-A8AD-C7E9036EAC51}" destId="{A190C472-6D9E-4F65-A46E-EC8FC2B1B9E2}" srcOrd="2" destOrd="0" presId="urn:microsoft.com/office/officeart/2005/8/layout/chevron1"/>
    <dgm:cxn modelId="{96FDF581-EA3E-4A48-AAB4-C302CE83F4C4}" type="presParOf" srcId="{683ECB1F-B411-42FB-A8AD-C7E9036EAC51}" destId="{B6E8D7C1-94B0-43D3-8730-1F4D1D1E4ADA}" srcOrd="3" destOrd="0" presId="urn:microsoft.com/office/officeart/2005/8/layout/chevron1"/>
    <dgm:cxn modelId="{000C320D-0339-4014-9721-CA6F9822E417}" type="presParOf" srcId="{683ECB1F-B411-42FB-A8AD-C7E9036EAC51}" destId="{51293856-4ED4-4EE1-8B3B-C06BC4B59AE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FC042E-F913-4AF0-B658-207E5DBA5D96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</dgm:pt>
    <dgm:pt modelId="{547E6B15-0C7E-4B8D-957D-3628AF0819D5}">
      <dgm:prSet phldrT="[Text]"/>
      <dgm:spPr/>
      <dgm:t>
        <a:bodyPr/>
        <a:lstStyle/>
        <a:p>
          <a:r>
            <a:rPr lang="en-US" dirty="0"/>
            <a:t>Implement custom device</a:t>
          </a:r>
        </a:p>
      </dgm:t>
    </dgm:pt>
    <dgm:pt modelId="{1A43C7F4-8711-4445-9E2C-CB786AA80A33}" type="parTrans" cxnId="{B040FA6B-0042-4C06-872A-B846E73D6135}">
      <dgm:prSet/>
      <dgm:spPr/>
      <dgm:t>
        <a:bodyPr/>
        <a:lstStyle/>
        <a:p>
          <a:endParaRPr lang="en-US"/>
        </a:p>
      </dgm:t>
    </dgm:pt>
    <dgm:pt modelId="{D5F6D77C-F9CE-4BF1-B6A8-637A063719DA}" type="sibTrans" cxnId="{B040FA6B-0042-4C06-872A-B846E73D6135}">
      <dgm:prSet/>
      <dgm:spPr/>
      <dgm:t>
        <a:bodyPr/>
        <a:lstStyle/>
        <a:p>
          <a:endParaRPr lang="en-US"/>
        </a:p>
      </dgm:t>
    </dgm:pt>
    <dgm:pt modelId="{25F108BF-7ADF-4457-A313-A23A4C3503F5}">
      <dgm:prSet phldrT="[Text]"/>
      <dgm:spPr/>
      <dgm:t>
        <a:bodyPr/>
        <a:lstStyle/>
        <a:p>
          <a:r>
            <a:rPr lang="en-US" dirty="0"/>
            <a:t>Debug and benchmark custom device</a:t>
          </a:r>
        </a:p>
      </dgm:t>
    </dgm:pt>
    <dgm:pt modelId="{5DBC5E38-826C-4433-BEBD-E0BE2A7A84ED}" type="parTrans" cxnId="{1484F247-447C-4DF9-9D78-B442F1C92FCA}">
      <dgm:prSet/>
      <dgm:spPr/>
      <dgm:t>
        <a:bodyPr/>
        <a:lstStyle/>
        <a:p>
          <a:endParaRPr lang="en-US"/>
        </a:p>
      </dgm:t>
    </dgm:pt>
    <dgm:pt modelId="{1A881517-D3F8-4F9E-96FD-726384D72FD2}" type="sibTrans" cxnId="{1484F247-447C-4DF9-9D78-B442F1C92FCA}">
      <dgm:prSet/>
      <dgm:spPr/>
      <dgm:t>
        <a:bodyPr/>
        <a:lstStyle/>
        <a:p>
          <a:endParaRPr lang="en-US"/>
        </a:p>
      </dgm:t>
    </dgm:pt>
    <dgm:pt modelId="{63A57DA2-8658-412C-975A-16BA98960342}">
      <dgm:prSet phldrT="[Text]"/>
      <dgm:spPr/>
      <dgm:t>
        <a:bodyPr/>
        <a:lstStyle/>
        <a:p>
          <a:r>
            <a:rPr lang="en-US" dirty="0"/>
            <a:t>Build and distribute custom device</a:t>
          </a:r>
        </a:p>
      </dgm:t>
    </dgm:pt>
    <dgm:pt modelId="{0D2D7F79-F8BB-47AE-81F6-8F09707D0155}" type="parTrans" cxnId="{523080D8-9409-4318-BA14-E332DEEFDB71}">
      <dgm:prSet/>
      <dgm:spPr/>
      <dgm:t>
        <a:bodyPr/>
        <a:lstStyle/>
        <a:p>
          <a:endParaRPr lang="en-US"/>
        </a:p>
      </dgm:t>
    </dgm:pt>
    <dgm:pt modelId="{C13A7FE0-E84F-4608-A667-5BDC555B3ADE}" type="sibTrans" cxnId="{523080D8-9409-4318-BA14-E332DEEFDB71}">
      <dgm:prSet/>
      <dgm:spPr/>
      <dgm:t>
        <a:bodyPr/>
        <a:lstStyle/>
        <a:p>
          <a:endParaRPr lang="en-US"/>
        </a:p>
      </dgm:t>
    </dgm:pt>
    <dgm:pt modelId="{C61368FC-7AA6-46F6-8EF4-A0A6B9A79480}" type="pres">
      <dgm:prSet presAssocID="{73FC042E-F913-4AF0-B658-207E5DBA5D96}" presName="Name0" presStyleCnt="0">
        <dgm:presLayoutVars>
          <dgm:dir/>
          <dgm:animLvl val="lvl"/>
          <dgm:resizeHandles val="exact"/>
        </dgm:presLayoutVars>
      </dgm:prSet>
      <dgm:spPr/>
    </dgm:pt>
    <dgm:pt modelId="{34B44CD2-B3D8-40E4-98D1-1F02F45E1C96}" type="pres">
      <dgm:prSet presAssocID="{547E6B15-0C7E-4B8D-957D-3628AF0819D5}" presName="parTxOnly" presStyleLbl="node1" presStyleIdx="0" presStyleCnt="3" custLinFactY="40938" custLinFactNeighborY="100000">
        <dgm:presLayoutVars>
          <dgm:chMax val="0"/>
          <dgm:chPref val="0"/>
          <dgm:bulletEnabled val="1"/>
        </dgm:presLayoutVars>
      </dgm:prSet>
      <dgm:spPr/>
    </dgm:pt>
    <dgm:pt modelId="{9214C09E-0D3C-492F-A7F3-A2F848330545}" type="pres">
      <dgm:prSet presAssocID="{D5F6D77C-F9CE-4BF1-B6A8-637A063719DA}" presName="parTxOnlySpace" presStyleCnt="0"/>
      <dgm:spPr/>
    </dgm:pt>
    <dgm:pt modelId="{C3FF5933-4869-4DA8-B7E1-37C01C138C35}" type="pres">
      <dgm:prSet presAssocID="{25F108BF-7ADF-4457-A313-A23A4C3503F5}" presName="parTxOnly" presStyleLbl="node1" presStyleIdx="1" presStyleCnt="3" custLinFactY="40938" custLinFactNeighborY="100000">
        <dgm:presLayoutVars>
          <dgm:chMax val="0"/>
          <dgm:chPref val="0"/>
          <dgm:bulletEnabled val="1"/>
        </dgm:presLayoutVars>
      </dgm:prSet>
      <dgm:spPr/>
    </dgm:pt>
    <dgm:pt modelId="{8C7F145A-210C-40BC-BAF7-FCFB391FC754}" type="pres">
      <dgm:prSet presAssocID="{1A881517-D3F8-4F9E-96FD-726384D72FD2}" presName="parTxOnlySpace" presStyleCnt="0"/>
      <dgm:spPr/>
    </dgm:pt>
    <dgm:pt modelId="{1397A58F-5AFE-4D83-8259-40975BC4CBCF}" type="pres">
      <dgm:prSet presAssocID="{63A57DA2-8658-412C-975A-16BA98960342}" presName="parTxOnly" presStyleLbl="node1" presStyleIdx="2" presStyleCnt="3" custLinFactNeighborY="8342">
        <dgm:presLayoutVars>
          <dgm:chMax val="0"/>
          <dgm:chPref val="0"/>
          <dgm:bulletEnabled val="1"/>
        </dgm:presLayoutVars>
      </dgm:prSet>
      <dgm:spPr/>
    </dgm:pt>
  </dgm:ptLst>
  <dgm:cxnLst>
    <dgm:cxn modelId="{4ED50344-C707-4416-BBAD-B750B2689311}" type="presOf" srcId="{63A57DA2-8658-412C-975A-16BA98960342}" destId="{1397A58F-5AFE-4D83-8259-40975BC4CBCF}" srcOrd="0" destOrd="0" presId="urn:microsoft.com/office/officeart/2005/8/layout/chevron1"/>
    <dgm:cxn modelId="{1484F247-447C-4DF9-9D78-B442F1C92FCA}" srcId="{73FC042E-F913-4AF0-B658-207E5DBA5D96}" destId="{25F108BF-7ADF-4457-A313-A23A4C3503F5}" srcOrd="1" destOrd="0" parTransId="{5DBC5E38-826C-4433-BEBD-E0BE2A7A84ED}" sibTransId="{1A881517-D3F8-4F9E-96FD-726384D72FD2}"/>
    <dgm:cxn modelId="{B040FA6B-0042-4C06-872A-B846E73D6135}" srcId="{73FC042E-F913-4AF0-B658-207E5DBA5D96}" destId="{547E6B15-0C7E-4B8D-957D-3628AF0819D5}" srcOrd="0" destOrd="0" parTransId="{1A43C7F4-8711-4445-9E2C-CB786AA80A33}" sibTransId="{D5F6D77C-F9CE-4BF1-B6A8-637A063719DA}"/>
    <dgm:cxn modelId="{4685A773-9F1D-448C-877E-6B3BC765173E}" type="presOf" srcId="{73FC042E-F913-4AF0-B658-207E5DBA5D96}" destId="{C61368FC-7AA6-46F6-8EF4-A0A6B9A79480}" srcOrd="0" destOrd="0" presId="urn:microsoft.com/office/officeart/2005/8/layout/chevron1"/>
    <dgm:cxn modelId="{783A548D-1FBA-44E4-8DB0-5E879AC7F0D3}" type="presOf" srcId="{547E6B15-0C7E-4B8D-957D-3628AF0819D5}" destId="{34B44CD2-B3D8-40E4-98D1-1F02F45E1C96}" srcOrd="0" destOrd="0" presId="urn:microsoft.com/office/officeart/2005/8/layout/chevron1"/>
    <dgm:cxn modelId="{8E875DAC-3DBF-494E-9B5C-6EDC1C6475ED}" type="presOf" srcId="{25F108BF-7ADF-4457-A313-A23A4C3503F5}" destId="{C3FF5933-4869-4DA8-B7E1-37C01C138C35}" srcOrd="0" destOrd="0" presId="urn:microsoft.com/office/officeart/2005/8/layout/chevron1"/>
    <dgm:cxn modelId="{523080D8-9409-4318-BA14-E332DEEFDB71}" srcId="{73FC042E-F913-4AF0-B658-207E5DBA5D96}" destId="{63A57DA2-8658-412C-975A-16BA98960342}" srcOrd="2" destOrd="0" parTransId="{0D2D7F79-F8BB-47AE-81F6-8F09707D0155}" sibTransId="{C13A7FE0-E84F-4608-A667-5BDC555B3ADE}"/>
    <dgm:cxn modelId="{A9C2F697-7F06-4A6C-8496-8E15ECCED5F4}" type="presParOf" srcId="{C61368FC-7AA6-46F6-8EF4-A0A6B9A79480}" destId="{34B44CD2-B3D8-40E4-98D1-1F02F45E1C96}" srcOrd="0" destOrd="0" presId="urn:microsoft.com/office/officeart/2005/8/layout/chevron1"/>
    <dgm:cxn modelId="{68DDE13E-A29B-4FFE-8821-7060D6DBA3F1}" type="presParOf" srcId="{C61368FC-7AA6-46F6-8EF4-A0A6B9A79480}" destId="{9214C09E-0D3C-492F-A7F3-A2F848330545}" srcOrd="1" destOrd="0" presId="urn:microsoft.com/office/officeart/2005/8/layout/chevron1"/>
    <dgm:cxn modelId="{0FD1DC57-7639-49B0-AC1A-788009CD49C9}" type="presParOf" srcId="{C61368FC-7AA6-46F6-8EF4-A0A6B9A79480}" destId="{C3FF5933-4869-4DA8-B7E1-37C01C138C35}" srcOrd="2" destOrd="0" presId="urn:microsoft.com/office/officeart/2005/8/layout/chevron1"/>
    <dgm:cxn modelId="{6370214A-C052-465A-8612-26B38A69B27C}" type="presParOf" srcId="{C61368FC-7AA6-46F6-8EF4-A0A6B9A79480}" destId="{8C7F145A-210C-40BC-BAF7-FCFB391FC754}" srcOrd="3" destOrd="0" presId="urn:microsoft.com/office/officeart/2005/8/layout/chevron1"/>
    <dgm:cxn modelId="{C3152F95-61E4-4B86-B41E-B35AAC5946B1}" type="presParOf" srcId="{C61368FC-7AA6-46F6-8EF4-A0A6B9A79480}" destId="{1397A58F-5AFE-4D83-8259-40975BC4CBC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D5670-C035-45F8-9A21-B21697E46A55}">
      <dsp:nvSpPr>
        <dsp:cNvPr id="0" name=""/>
        <dsp:cNvSpPr/>
      </dsp:nvSpPr>
      <dsp:spPr>
        <a:xfrm>
          <a:off x="1785" y="1596826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Assess whether a custom device is the best option given needs and experience </a:t>
          </a:r>
        </a:p>
      </dsp:txBody>
      <dsp:txXfrm>
        <a:off x="436958" y="1596826"/>
        <a:ext cx="1305521" cy="870346"/>
      </dsp:txXfrm>
    </dsp:sp>
    <dsp:sp modelId="{A190C472-6D9E-4F65-A46E-EC8FC2B1B9E2}">
      <dsp:nvSpPr>
        <dsp:cNvPr id="0" name=""/>
        <dsp:cNvSpPr/>
      </dsp:nvSpPr>
      <dsp:spPr>
        <a:xfrm>
          <a:off x="1960066" y="1596826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 the custom device framework</a:t>
          </a:r>
        </a:p>
      </dsp:txBody>
      <dsp:txXfrm>
        <a:off x="2395239" y="1596826"/>
        <a:ext cx="1305521" cy="870346"/>
      </dsp:txXfrm>
    </dsp:sp>
    <dsp:sp modelId="{51293856-4ED4-4EE1-8B3B-C06BC4B59AED}">
      <dsp:nvSpPr>
        <dsp:cNvPr id="0" name=""/>
        <dsp:cNvSpPr/>
      </dsp:nvSpPr>
      <dsp:spPr>
        <a:xfrm>
          <a:off x="3918346" y="1596826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Plan the custom device</a:t>
          </a:r>
        </a:p>
      </dsp:txBody>
      <dsp:txXfrm>
        <a:off x="4353519" y="1596826"/>
        <a:ext cx="1305521" cy="8703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44CD2-B3D8-40E4-98D1-1F02F45E1C96}">
      <dsp:nvSpPr>
        <dsp:cNvPr id="0" name=""/>
        <dsp:cNvSpPr/>
      </dsp:nvSpPr>
      <dsp:spPr>
        <a:xfrm>
          <a:off x="1785" y="159657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 custom device</a:t>
          </a:r>
        </a:p>
      </dsp:txBody>
      <dsp:txXfrm>
        <a:off x="436958" y="159657"/>
        <a:ext cx="1305521" cy="870346"/>
      </dsp:txXfrm>
    </dsp:sp>
    <dsp:sp modelId="{C3FF5933-4869-4DA8-B7E1-37C01C138C35}">
      <dsp:nvSpPr>
        <dsp:cNvPr id="0" name=""/>
        <dsp:cNvSpPr/>
      </dsp:nvSpPr>
      <dsp:spPr>
        <a:xfrm>
          <a:off x="1960066" y="159657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Debug and benchmark custom device</a:t>
          </a:r>
        </a:p>
      </dsp:txBody>
      <dsp:txXfrm>
        <a:off x="2395239" y="159657"/>
        <a:ext cx="1305521" cy="870346"/>
      </dsp:txXfrm>
    </dsp:sp>
    <dsp:sp modelId="{1397A58F-5AFE-4D83-8259-40975BC4CBCF}">
      <dsp:nvSpPr>
        <dsp:cNvPr id="0" name=""/>
        <dsp:cNvSpPr/>
      </dsp:nvSpPr>
      <dsp:spPr>
        <a:xfrm>
          <a:off x="3918346" y="152432"/>
          <a:ext cx="2175867" cy="870346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Build and distribute custom device</a:t>
          </a:r>
        </a:p>
      </dsp:txBody>
      <dsp:txXfrm>
        <a:off x="4353519" y="152432"/>
        <a:ext cx="1305521" cy="870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5C068D-F996-1645-A9E8-65BA99BAA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73313-6D10-204F-A1E4-2C21D064B2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A8CA6-AC93-1A45-968B-5E561F851A1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3A0D98-29E5-9948-9272-4FB2490DAC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D319E-B77A-AE40-B11E-113EE661CE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F2F64-3531-F444-BE8E-4BEB92BA5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848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DC0DA-3244-F74F-BE9A-A91C3A1A579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9D540-4D23-2A47-B174-D2FEEAC0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9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option 2</a:t>
            </a:r>
          </a:p>
          <a:p>
            <a:r>
              <a:rPr lang="en-US" dirty="0"/>
              <a:t>Pick option based on your style.</a:t>
            </a:r>
            <a:endParaRPr lang="en-US" dirty="0">
              <a:solidFill>
                <a:schemeClr val="accent3"/>
              </a:solidFill>
              <a:highlight>
                <a:srgbClr val="FFFF00"/>
              </a:highlight>
            </a:endParaRPr>
          </a:p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6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 to use to remind customers we are same com, Can be used in beginning or end based on your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77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Slide </a:t>
            </a:r>
          </a:p>
          <a:p>
            <a:r>
              <a:rPr lang="en-US" dirty="0"/>
              <a:t>Section title can be used as subhead but optional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0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76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66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12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30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1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options for divider slide. </a:t>
            </a:r>
          </a:p>
          <a:p>
            <a:r>
              <a:rPr lang="en-US" dirty="0"/>
              <a:t>This one is with when you have less text, if only using Header and not subhead the text font size can be bumped up to 48pt size.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Divider Slide for Less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 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Lines seem unfinished, with different colors, and the texture seems like too much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green graphic needs to be very simple when so large on a 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Leaning towards Slide 25….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46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49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R&amp;D has serialization/deserialization VIs that might help with sending data across flat buffers. This helps with connecting with C# and other programming languages. Google </a:t>
            </a:r>
            <a:r>
              <a:rPr lang="en-US" dirty="0" err="1"/>
              <a:t>Protobuf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9D540-4D23-2A47-B174-D2FEEAC086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4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777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69" y="3422512"/>
            <a:ext cx="6362693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69" y="3757999"/>
            <a:ext cx="6362693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17660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777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7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7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2988D4-D1C1-1A41-8427-2DC3A0F252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073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CF940C5-CE1A-6A44-BDAA-6603B2A849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073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03199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4824894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4824896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62650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2230469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223047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2154EA-E8B3-AA44-A122-ED39A876F1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49575" y="3422512"/>
            <a:ext cx="2338061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D1A662-941F-1842-8AA2-C52D8699D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9574" y="3757999"/>
            <a:ext cx="2338061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29711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and Update for ending or begi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58B4DC-CAF3-174A-83C6-A9EAE6D49A61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 rot="10800000" flipH="1">
            <a:off x="0" y="-4"/>
            <a:ext cx="9144001" cy="51435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Graphic 4">
            <a:extLst>
              <a:ext uri="{FF2B5EF4-FFF2-40B4-BE49-F238E27FC236}">
                <a16:creationId xmlns:a16="http://schemas.microsoft.com/office/drawing/2014/main" id="{7501A2DC-C99D-5B49-99EF-FFB52ED4626F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2612164" y="1781945"/>
            <a:ext cx="4741136" cy="102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9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"/>
            <a:ext cx="3552825" cy="5143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600" y="829515"/>
            <a:ext cx="2446438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7300" y="829515"/>
            <a:ext cx="4599538" cy="1938992"/>
          </a:xfrm>
          <a:prstGeom prst="rect">
            <a:avLst/>
          </a:prstGeom>
        </p:spPr>
        <p:txBody>
          <a:bodyPr wrap="square"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600"/>
            </a:lvl1pPr>
          </a:lstStyle>
          <a:p>
            <a:pPr lvl="0"/>
            <a:r>
              <a:rPr lang="en-US" dirty="0"/>
              <a:t>Content Item 1</a:t>
            </a:r>
          </a:p>
          <a:p>
            <a:pPr lvl="0"/>
            <a:r>
              <a:rPr lang="en-US" dirty="0"/>
              <a:t>Content Item 2</a:t>
            </a:r>
          </a:p>
          <a:p>
            <a:pPr lvl="0"/>
            <a:r>
              <a:rPr lang="en-US" dirty="0"/>
              <a:t>Content Item 3</a:t>
            </a:r>
          </a:p>
          <a:p>
            <a:pPr lvl="0"/>
            <a:r>
              <a:rPr lang="en-US" dirty="0"/>
              <a:t>Content Item 4</a:t>
            </a:r>
          </a:p>
          <a:p>
            <a:pPr lvl="0"/>
            <a:r>
              <a:rPr lang="en-US" dirty="0"/>
              <a:t>Content Item 5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A5EDD0-1CB4-2B41-A679-1B853092C7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4464" y="340219"/>
            <a:ext cx="460341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480955-08E5-A84E-A06C-1ADD27561CB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01A894-262B-F94E-8BD2-DA7CF9CA6D79}"/>
              </a:ext>
            </a:extLst>
          </p:cNvPr>
          <p:cNvGrpSpPr/>
          <p:nvPr userDrawn="1"/>
        </p:nvGrpSpPr>
        <p:grpSpPr>
          <a:xfrm>
            <a:off x="253999" y="259645"/>
            <a:ext cx="8143876" cy="4677479"/>
            <a:chOff x="253999" y="256470"/>
            <a:chExt cx="8143876" cy="46774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F92D2A-1D24-144F-8314-92BA0673621A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677479"/>
              <a:chOff x="701574" y="218374"/>
              <a:chExt cx="2929039" cy="4677479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B210C0D-B602-A941-AC72-7D0DC7F5AB1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873A4F4-1A51-6140-8C37-E56751AC762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18374"/>
                <a:ext cx="0" cy="329159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183967-A333-1248-9118-8BE4B63D9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6C4BB49-F13F-8A4F-8052-DA15D9A94E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3038" y="256470"/>
              <a:ext cx="521483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29" name="Image">
            <a:extLst>
              <a:ext uri="{FF2B5EF4-FFF2-40B4-BE49-F238E27FC236}">
                <a16:creationId xmlns:a16="http://schemas.microsoft.com/office/drawing/2014/main" id="{1966D446-3E01-7747-9494-656B03576F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26618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4000" y="553250"/>
            <a:ext cx="8645525" cy="439338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4" y="1237676"/>
            <a:ext cx="8645525" cy="3662935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Content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7C327-B733-9742-BE10-94D2CD11F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482"/>
          <a:stretch/>
        </p:blipFill>
        <p:spPr>
          <a:xfrm rot="10800000">
            <a:off x="-1" y="-2"/>
            <a:ext cx="92209" cy="51434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690A9A6-50AD-F84E-8EEB-BD163CBAE5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76158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5" y="1405097"/>
            <a:ext cx="8654012" cy="349551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FBC184-1E82-5C47-AA7E-7E1233E49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4474" y="711561"/>
            <a:ext cx="8654012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7D35DFA-48F1-7F43-8BA6-4513D22BED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1389" y="340219"/>
            <a:ext cx="7641386" cy="1692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5CB91B-2897-ED46-B47F-C9C35DEBBEDD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88389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151689"/>
            <a:ext cx="7923048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9289-4849-8D48-9B33-6B70DF922FA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66788" y="845225"/>
            <a:ext cx="7918145" cy="4055388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9BC10-73D0-6B48-BED2-4FC54EE94A4B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879237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75158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62AF0F-3C4F-704D-BAB1-BDD0EDDB78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81580-C246-6D46-A232-81815BA42B5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560654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E3A968-F23F-2744-9756-85D653CBC191}"/>
              </a:ext>
            </a:extLst>
          </p:cNvPr>
          <p:cNvSpPr/>
          <p:nvPr userDrawn="1"/>
        </p:nvSpPr>
        <p:spPr>
          <a:xfrm>
            <a:off x="0" y="-1"/>
            <a:ext cx="9143999" cy="5143501"/>
          </a:xfrm>
          <a:prstGeom prst="rect">
            <a:avLst/>
          </a:prstGeom>
          <a:solidFill>
            <a:schemeClr val="bg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520560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DF124D-66C2-8241-BF1E-3A8BFC624C38}"/>
              </a:ext>
            </a:extLst>
          </p:cNvPr>
          <p:cNvSpPr/>
          <p:nvPr userDrawn="1"/>
        </p:nvSpPr>
        <p:spPr>
          <a:xfrm>
            <a:off x="0" y="-1"/>
            <a:ext cx="9143999" cy="5143501"/>
          </a:xfrm>
          <a:prstGeom prst="rect">
            <a:avLst/>
          </a:prstGeom>
          <a:solidFill>
            <a:schemeClr val="bg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C304C6-F2A3-FE4C-917C-4F654B1413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AD1011-073C-FC42-BB61-FFB3D9FD2DD4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F0E51-B095-2946-B9F9-6CC3B19EDC21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505089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66952" y="1278431"/>
            <a:ext cx="7430923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473A60-D842-8041-AF7F-FBA6485D4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5" name="Image">
            <a:extLst>
              <a:ext uri="{FF2B5EF4-FFF2-40B4-BE49-F238E27FC236}">
                <a16:creationId xmlns:a16="http://schemas.microsoft.com/office/drawing/2014/main" id="{B810EAB7-1B73-774A-98B9-52A96B505D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0A3163-457C-A44B-983A-F5976641164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12EB55-CAF1-B745-A8B8-69DBAEF78A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4132C-DA23-CF48-915B-BF200FBE561B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48102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503010"/>
            <a:ext cx="3502163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8B9D991-92B2-7541-A773-34C69566F2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15954"/>
            <a:ext cx="3474720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570E35-6FDD-4348-9FB0-B5B48333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6952" y="340219"/>
            <a:ext cx="7425822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80943D-BC1C-B847-9569-C2B8AA454C59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9BBB9-BB6E-EA4A-91BA-515E8808FE4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481332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2E2B3-9BF0-1042-A313-B9BB422E1A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6899" y="1231201"/>
            <a:ext cx="615944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8" y="711561"/>
            <a:ext cx="61536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6898" y="1856140"/>
            <a:ext cx="6161037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716C47-908D-D74F-B6CA-344420A58A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32" name="Image">
            <a:extLst>
              <a:ext uri="{FF2B5EF4-FFF2-40B4-BE49-F238E27FC236}">
                <a16:creationId xmlns:a16="http://schemas.microsoft.com/office/drawing/2014/main" id="{A0349B96-D354-2E42-9CA0-0C84AB238E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5BDF0-C47A-644A-9BB3-D80DDDA7AB11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11567-DD40-5840-B632-1C6307D58DD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544162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25091" y="1506507"/>
            <a:ext cx="6167046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C48D4-4D70-7549-A6A0-74D47EA8F98F}"/>
              </a:ext>
            </a:extLst>
          </p:cNvPr>
          <p:cNvSpPr/>
          <p:nvPr userDrawn="1"/>
        </p:nvSpPr>
        <p:spPr>
          <a:xfrm>
            <a:off x="2033587" y="4660752"/>
            <a:ext cx="49053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/>
              <a:t>ni.com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4EDBC35-5703-ED48-A5D1-6FEB9AEA9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8489" y="340219"/>
            <a:ext cx="5659386" cy="1538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1445D0A4-2B94-C04A-B04A-9932C5E61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5650" y="252729"/>
            <a:ext cx="254000" cy="169312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FE6EF93-46C8-6A42-97B8-BE70A204E6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3B079713-D13B-DB4D-A0A3-4B69555A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9" y="711561"/>
            <a:ext cx="6151512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FAB066-B8F6-DD4C-823D-95ADE8C5D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24" name="Image">
            <a:extLst>
              <a:ext uri="{FF2B5EF4-FFF2-40B4-BE49-F238E27FC236}">
                <a16:creationId xmlns:a16="http://schemas.microsoft.com/office/drawing/2014/main" id="{7FB7B301-4A9A-314A-BBF5-D6A297919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2FBDDF-A14B-BF45-B2E0-D8A4671E5CBF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DCA2B-60DA-4949-A417-120A7E39D605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572622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5297" y="1231201"/>
            <a:ext cx="4401050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750" y="18561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0B760-6A25-6A48-BBB2-1773C040F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56291A7-B6F5-E24B-838D-1A2D7953BB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006D29-95ED-4C42-8356-98F21AE383A0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87143-B02B-2146-AE4A-B771C891E23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4176703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297" y="15025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229DA8-0F6C-BB4E-B391-BB921034B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6" name="Image">
            <a:extLst>
              <a:ext uri="{FF2B5EF4-FFF2-40B4-BE49-F238E27FC236}">
                <a16:creationId xmlns:a16="http://schemas.microsoft.com/office/drawing/2014/main" id="{4A1E96AB-85B9-524C-AFCB-34983C4BCD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137542F-7CFD-7D46-923C-FBFA81939E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298" y="340219"/>
            <a:ext cx="3902578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6C6164-0C4F-BE45-A870-E93D69E7144E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E6FDA-4B6A-C84A-B72E-E9DB4B5E5DFE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823476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858BE9B-51E6-F84A-9648-A13FF30C54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9888" y="1231201"/>
            <a:ext cx="262622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626227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0799" y="1856140"/>
            <a:ext cx="262690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AA1E8-554F-0944-8425-FFBCE3182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C4A3EE5B-D545-6548-BB26-FBD79FED1C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7C9DD0-FCE3-5447-B6FD-C2061D4D7543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01DBA1-E3BD-F846-A1B2-F4B1020066A2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818657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3D3A975-61A8-EC4B-8011-05DB72584B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477" y="1498582"/>
            <a:ext cx="258729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923B94DB-01B6-3041-B7E4-04333DA22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31E5258-E0D8-1547-A5C1-F359267CCE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B53735B-7F31-A344-8B99-EEA0E20E1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587295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14D33A-0B45-984B-B04E-FF7BDA27CF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1477" y="340219"/>
            <a:ext cx="2126167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B097F9-28E3-574B-B0E5-5746F63E5E70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27D53-93EB-674B-A6F2-15363FB558E0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779198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010A8C-51DA-E548-8EAF-301699457CEF}"/>
              </a:ext>
            </a:extLst>
          </p:cNvPr>
          <p:cNvSpPr/>
          <p:nvPr userDrawn="1"/>
        </p:nvSpPr>
        <p:spPr>
          <a:xfrm>
            <a:off x="492126" y="-1"/>
            <a:ext cx="4089607" cy="51435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7854" y="711560"/>
            <a:ext cx="3324929" cy="86177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64BE38A-6CB5-5A45-95E9-F14E6DB4F3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5808" y="1932842"/>
            <a:ext cx="3324929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 smtClean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0565657-29C5-5D47-8C3D-E9781BFCCF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7855" y="340219"/>
            <a:ext cx="2544970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0672F0B-2D5E-E840-93AA-7ABB4A9FC4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29384" y="-2"/>
            <a:ext cx="4313317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24F6A8-44C2-814A-8B5F-3EFB65BFD77D}"/>
              </a:ext>
            </a:extLst>
          </p:cNvPr>
          <p:cNvSpPr/>
          <p:nvPr userDrawn="1"/>
        </p:nvSpPr>
        <p:spPr>
          <a:xfrm>
            <a:off x="4583033" y="-1"/>
            <a:ext cx="246351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E7CB54-733E-4A4B-B5E5-2CE112061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743001" cy="5143499"/>
          </a:xfrm>
          <a:prstGeom prst="rect">
            <a:avLst/>
          </a:prstGeom>
        </p:spPr>
      </p:pic>
      <p:pic>
        <p:nvPicPr>
          <p:cNvPr id="33" name="Image">
            <a:extLst>
              <a:ext uri="{FF2B5EF4-FFF2-40B4-BE49-F238E27FC236}">
                <a16:creationId xmlns:a16="http://schemas.microsoft.com/office/drawing/2014/main" id="{1BFA2E31-4FD1-DD41-977F-854A85DD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3604C3-4C9B-D54A-825E-49DAA169DC65}"/>
              </a:ext>
            </a:extLst>
          </p:cNvPr>
          <p:cNvCxnSpPr>
            <a:cxnSpLocks/>
          </p:cNvCxnSpPr>
          <p:nvPr userDrawn="1"/>
        </p:nvCxnSpPr>
        <p:spPr>
          <a:xfrm>
            <a:off x="1005809" y="259987"/>
            <a:ext cx="2826363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8065885-0DCF-A045-9ADA-E955330294D6}"/>
              </a:ext>
            </a:extLst>
          </p:cNvPr>
          <p:cNvSpPr/>
          <p:nvPr userDrawn="1"/>
        </p:nvSpPr>
        <p:spPr>
          <a:xfrm>
            <a:off x="3889322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969155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231942"/>
            <a:ext cx="3322566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3590" y="711560"/>
            <a:ext cx="3314700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EC19153-B3A6-D045-9C5D-66D4AF5F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09051"/>
            <a:ext cx="3306763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Body Copy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75A266-A475-664F-825C-760A21AB5335}"/>
              </a:ext>
            </a:extLst>
          </p:cNvPr>
          <p:cNvSpPr/>
          <p:nvPr userDrawn="1"/>
        </p:nvSpPr>
        <p:spPr>
          <a:xfrm>
            <a:off x="4085014" y="-1"/>
            <a:ext cx="239109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FFE2ADD0-1055-FC4D-8D0B-E03C5ED71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6601" y="-1"/>
            <a:ext cx="3348412" cy="5143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97A924-0170-9946-8ADB-D1906A8CC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38" name="Image">
            <a:extLst>
              <a:ext uri="{FF2B5EF4-FFF2-40B4-BE49-F238E27FC236}">
                <a16:creationId xmlns:a16="http://schemas.microsoft.com/office/drawing/2014/main" id="{03453159-D837-E940-96DD-0B2E07F5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ACD669-CC8A-0843-9ADD-C3CB11F72A81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9987"/>
            <a:ext cx="38258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5BEA2-7FA2-6041-89A2-ECAF0BD563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540211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97300" y="0"/>
            <a:ext cx="3311525" cy="1881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87B2641-C808-1545-8430-0211D0684D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00476" y="2127436"/>
            <a:ext cx="3308350" cy="3016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431" y="-1"/>
            <a:ext cx="1790570" cy="29941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4F3BEFB-80A1-C34A-BE24-95E9E77257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4888" y="3273425"/>
            <a:ext cx="1790570" cy="1870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48B1FD06-0461-CD4B-BA18-DEF9E6300F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944049-D3AC-4A4A-916E-30E8CF00AD95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8E4D2-6C69-EC4C-A9F9-1BC2086CC09B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446005-27E5-DA47-B13E-5D47D8357B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6601" y="340219"/>
            <a:ext cx="2329679" cy="1693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3BB4AA9-9C4C-2143-9E9C-3DCBEF2309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5"/>
            <a:ext cx="3309936" cy="85212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Heading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174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70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312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D7635C8-85FE-924B-A1A3-F3ADFB0A44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1485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9ED2B9A2-3748-DB45-9F2F-540D72E308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75704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C77C048-FF9C-AF4D-BAD6-DBCDB73B0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23123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BE0015C-3996-AB4D-BB10-42B891124E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1485" y="2829751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8A8AEA6-884D-5F49-B1CB-95001C38FC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2263073" cy="2769660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pic>
        <p:nvPicPr>
          <p:cNvPr id="26" name="Image">
            <a:extLst>
              <a:ext uri="{FF2B5EF4-FFF2-40B4-BE49-F238E27FC236}">
                <a16:creationId xmlns:a16="http://schemas.microsoft.com/office/drawing/2014/main" id="{39EA1AB9-512F-604E-B418-C4FABE8A6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8C59BA3-08AD-694C-9D90-62F73D0999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4"/>
            <a:ext cx="2278051" cy="852130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203F7-B12A-E649-A007-637DE01EA68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E7D81F0-0D3B-D546-A57B-157C18289620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8417AFA-FEC2-CF47-8CDA-CDBC7D6567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340219"/>
            <a:ext cx="7661274" cy="16931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86625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50825"/>
            <a:ext cx="1038226" cy="1389064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6FD69E1-7FAE-1446-B229-E02F1904E0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9649" y="1892589"/>
            <a:ext cx="1038226" cy="1380836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A481285-85AF-124E-B497-1DB35DD28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9649" y="3513571"/>
            <a:ext cx="1038226" cy="1387042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324315" cy="1621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64D9CB4-A4F2-A545-810E-CD823A257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</p:spTree>
    <p:extLst>
      <p:ext uri="{BB962C8B-B14F-4D97-AF65-F5344CB8AC3E}">
        <p14:creationId xmlns:p14="http://schemas.microsoft.com/office/powerpoint/2010/main" val="3625613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68805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24578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309555" rtl="0" fontAlgn="auto" latinLnBrk="0" hangingPunc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-2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j-ea"/>
                <a:cs typeface="+mj-cs"/>
                <a:sym typeface="Founders Grotesk"/>
              </a:rPr>
              <a:t>ni.com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F83A2D-0E5F-7B40-BF1F-3D292779DAF3}"/>
              </a:ext>
            </a:extLst>
          </p:cNvPr>
          <p:cNvGrpSpPr/>
          <p:nvPr userDrawn="1"/>
        </p:nvGrpSpPr>
        <p:grpSpPr>
          <a:xfrm flipH="1">
            <a:off x="241298" y="1892589"/>
            <a:ext cx="3311525" cy="2770223"/>
            <a:chOff x="143113" y="2095349"/>
            <a:chExt cx="3487500" cy="305468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21F0B2E-BAF6-AD4A-A455-4FE8E1153183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675865-3560-B746-8C16-5A7A468610C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383627-F26B-B34B-A423-8F78E7DA2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7BE3004C-2369-384D-9887-FA57DAAD47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8725" y="409502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7A6E3AF-75B3-BE47-899D-5ED34EA069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8725" y="4305730"/>
            <a:ext cx="2324100" cy="29190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83A2A97-1116-DF49-9F1A-0757A52C8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59649" y="697834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C8EE8CFB-20CE-754E-83B0-6B0F4FDD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59649" y="2216671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4FD18C8-831F-0B4F-AAA0-D62BCC063E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59649" y="2645700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ABEFE6F0-BCA9-324B-B281-0ECDFFE62E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59649" y="4246948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7A4F6431-7C8C-0D4E-9FB9-DD110EB8CC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9649" y="4675977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356B-A00E-BE47-970E-54D7E1C17F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125" y="1832300"/>
            <a:ext cx="3074988" cy="202222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kumimoji="0" lang="en-US" sz="1600" u="none" strike="noStrike" kern="1000" cap="none" spc="0" normalizeH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1800" dirty="0"/>
              <a:t>Place your quote here. Place your quote here. Place your quote here. Place your quote here.</a:t>
            </a:r>
          </a:p>
        </p:txBody>
      </p:sp>
    </p:spTree>
    <p:extLst>
      <p:ext uri="{BB962C8B-B14F-4D97-AF65-F5344CB8AC3E}">
        <p14:creationId xmlns:p14="http://schemas.microsoft.com/office/powerpoint/2010/main" val="420727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er Sto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076DD0A-2DE2-294B-A520-6268B2AE3359}"/>
              </a:ext>
            </a:extLst>
          </p:cNvPr>
          <p:cNvSpPr/>
          <p:nvPr userDrawn="1"/>
        </p:nvSpPr>
        <p:spPr>
          <a:xfrm>
            <a:off x="227414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3841CEA-524D-334B-886F-EADBA3DB3B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2206794"/>
            <a:ext cx="7905748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8AD20AE-58EE-794E-BF76-F37A9AB3F5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6602" y="2453991"/>
            <a:ext cx="7905748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86A67F-6951-894E-9250-E633CE00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600" y="3040466"/>
            <a:ext cx="7905735" cy="122708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6FA260E-52D6-6F44-8999-DB1C2AF2274E}"/>
              </a:ext>
            </a:extLst>
          </p:cNvPr>
          <p:cNvSpPr/>
          <p:nvPr userDrawn="1"/>
        </p:nvSpPr>
        <p:spPr>
          <a:xfrm rot="16200000" flipH="1">
            <a:off x="288649" y="3371775"/>
            <a:ext cx="1227085" cy="1315433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Picture Placeholder 31">
            <a:extLst>
              <a:ext uri="{FF2B5EF4-FFF2-40B4-BE49-F238E27FC236}">
                <a16:creationId xmlns:a16="http://schemas.microsoft.com/office/drawing/2014/main" id="{EF6A3635-BEB4-C946-9274-65FCAAC33CE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D4AA98-32E8-404F-8486-E2CC4F1EC576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C1AD95-F671-1943-84DD-2E6B7D3586E7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7" name="Image">
              <a:extLst>
                <a:ext uri="{FF2B5EF4-FFF2-40B4-BE49-F238E27FC236}">
                  <a16:creationId xmlns:a16="http://schemas.microsoft.com/office/drawing/2014/main" id="{B0A59DCE-C4DF-DD42-BF0A-5825E33E3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841981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1">
            <a:extLst>
              <a:ext uri="{FF2B5EF4-FFF2-40B4-BE49-F238E27FC236}">
                <a16:creationId xmlns:a16="http://schemas.microsoft.com/office/drawing/2014/main" id="{E8A6A484-84E1-9C4A-BE1B-218336379D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599" y="3132639"/>
            <a:ext cx="7905748" cy="10333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244475" y="2453991"/>
            <a:ext cx="8645525" cy="2189043"/>
            <a:chOff x="253999" y="256470"/>
            <a:chExt cx="9104950" cy="247233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2472337"/>
              <a:chOff x="701574" y="2423516"/>
              <a:chExt cx="2929039" cy="2472337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423516"/>
                <a:ext cx="0" cy="1086455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6175911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8238" y="4174746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8238" y="4385456"/>
            <a:ext cx="2324100" cy="20766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C31525-13D6-6647-85D8-3A22B819A073}"/>
              </a:ext>
            </a:extLst>
          </p:cNvPr>
          <p:cNvSpPr/>
          <p:nvPr userDrawn="1"/>
        </p:nvSpPr>
        <p:spPr>
          <a:xfrm>
            <a:off x="234906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7582ED6-B11E-2840-BC16-8AA5537775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599" y="2206794"/>
            <a:ext cx="7905739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DE98B-3528-A744-86A4-DCFFB9473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0" y="2453991"/>
            <a:ext cx="7905739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682D7F-A8E4-E647-824A-A3055BB67211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EFDE17-815B-C744-AB1E-F53555C77370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0" name="Image">
              <a:extLst>
                <a:ext uri="{FF2B5EF4-FFF2-40B4-BE49-F238E27FC236}">
                  <a16:creationId xmlns:a16="http://schemas.microsoft.com/office/drawing/2014/main" id="{2A4BE874-D293-184D-B0A4-EC203483EF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107879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icture Placeholder 80">
            <a:extLst>
              <a:ext uri="{FF2B5EF4-FFF2-40B4-BE49-F238E27FC236}">
                <a16:creationId xmlns:a16="http://schemas.microsoft.com/office/drawing/2014/main" id="{AEE067B2-F4B1-2441-A56D-BD1587AB4B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5588" y="1023938"/>
            <a:ext cx="2538412" cy="3095625"/>
          </a:xfrm>
          <a:custGeom>
            <a:avLst/>
            <a:gdLst>
              <a:gd name="connsiteX0" fmla="*/ 453275 w 2538412"/>
              <a:gd name="connsiteY0" fmla="*/ 0 h 3095625"/>
              <a:gd name="connsiteX1" fmla="*/ 2538412 w 2538412"/>
              <a:gd name="connsiteY1" fmla="*/ 0 h 3095625"/>
              <a:gd name="connsiteX2" fmla="*/ 2538412 w 2538412"/>
              <a:gd name="connsiteY2" fmla="*/ 3095625 h 3095625"/>
              <a:gd name="connsiteX3" fmla="*/ 0 w 2538412"/>
              <a:gd name="connsiteY3" fmla="*/ 3095625 h 3095625"/>
              <a:gd name="connsiteX4" fmla="*/ 0 w 2538412"/>
              <a:gd name="connsiteY4" fmla="*/ 456411 h 3095625"/>
              <a:gd name="connsiteX5" fmla="*/ 453275 w 2538412"/>
              <a:gd name="connsiteY5" fmla="*/ 456411 h 309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8412" h="3095625">
                <a:moveTo>
                  <a:pt x="453275" y="0"/>
                </a:moveTo>
                <a:lnTo>
                  <a:pt x="2538412" y="0"/>
                </a:lnTo>
                <a:lnTo>
                  <a:pt x="2538412" y="3095625"/>
                </a:lnTo>
                <a:lnTo>
                  <a:pt x="0" y="3095625"/>
                </a:lnTo>
                <a:lnTo>
                  <a:pt x="0" y="456411"/>
                </a:lnTo>
                <a:lnTo>
                  <a:pt x="453275" y="4564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BA7A081F-361F-964E-B608-EEB95DB39FCD}"/>
              </a:ext>
            </a:extLst>
          </p:cNvPr>
          <p:cNvSpPr txBox="1">
            <a:spLocks/>
          </p:cNvSpPr>
          <p:nvPr userDrawn="1"/>
        </p:nvSpPr>
        <p:spPr>
          <a:xfrm>
            <a:off x="6604944" y="1024489"/>
            <a:ext cx="453919" cy="456412"/>
          </a:xfrm>
          <a:custGeom>
            <a:avLst/>
            <a:gdLst>
              <a:gd name="connsiteX0" fmla="*/ 0 w 453919"/>
              <a:gd name="connsiteY0" fmla="*/ 0 h 456412"/>
              <a:gd name="connsiteX1" fmla="*/ 453919 w 453919"/>
              <a:gd name="connsiteY1" fmla="*/ 0 h 456412"/>
              <a:gd name="connsiteX2" fmla="*/ 453919 w 453919"/>
              <a:gd name="connsiteY2" fmla="*/ 456412 h 456412"/>
              <a:gd name="connsiteX3" fmla="*/ 0 w 453919"/>
              <a:gd name="connsiteY3" fmla="*/ 456412 h 456412"/>
              <a:gd name="connsiteX4" fmla="*/ 0 w 453919"/>
              <a:gd name="connsiteY4" fmla="*/ 0 h 45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19" h="456412">
                <a:moveTo>
                  <a:pt x="0" y="0"/>
                </a:moveTo>
                <a:lnTo>
                  <a:pt x="453919" y="0"/>
                </a:lnTo>
                <a:lnTo>
                  <a:pt x="453919" y="456412"/>
                </a:lnTo>
                <a:lnTo>
                  <a:pt x="0" y="4564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lang="en-US" sz="1050" b="0" i="0" kern="1200" baseline="0">
                <a:solidFill>
                  <a:schemeClr val="tx2"/>
                </a:solidFill>
                <a:latin typeface="+mn-lt"/>
                <a:ea typeface="Arial" charset="0"/>
                <a:cs typeface="Arial" charset="0"/>
              </a:defRPr>
            </a:lvl1pPr>
            <a:lvl2pPr marL="274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2pPr>
            <a:lvl3pPr marL="5486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4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3pPr>
            <a:lvl4pPr marL="7315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 baseline="0">
                <a:solidFill>
                  <a:schemeClr val="bg2">
                    <a:lumMod val="25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5552" y="1024488"/>
            <a:ext cx="4357994" cy="24934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Place your quote here.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736600" y="0"/>
            <a:ext cx="4845050" cy="4656138"/>
            <a:chOff x="253999" y="256470"/>
            <a:chExt cx="5102517" cy="471840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9" name="Image">
            <a:extLst>
              <a:ext uri="{FF2B5EF4-FFF2-40B4-BE49-F238E27FC236}">
                <a16:creationId xmlns:a16="http://schemas.microsoft.com/office/drawing/2014/main" id="{7EECE47B-ED7F-EB4B-843D-632CB7B31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59451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9451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Pie 16">
            <a:extLst>
              <a:ext uri="{FF2B5EF4-FFF2-40B4-BE49-F238E27FC236}">
                <a16:creationId xmlns:a16="http://schemas.microsoft.com/office/drawing/2014/main" id="{2383DA36-5FB2-FB43-AD10-FBA5AF15162F}"/>
              </a:ext>
            </a:extLst>
          </p:cNvPr>
          <p:cNvSpPr>
            <a:spLocks/>
          </p:cNvSpPr>
          <p:nvPr userDrawn="1"/>
        </p:nvSpPr>
        <p:spPr>
          <a:xfrm rot="10800000">
            <a:off x="6604943" y="1023937"/>
            <a:ext cx="914400" cy="914400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625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E0FFF-259D-7541-B009-9ABD6BC92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391EC18B-77FD-E646-BAFF-4053ABBC3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6ADDA8F-E27E-374C-BFFC-88BCD1003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8000" y="1639888"/>
            <a:ext cx="6619875" cy="18780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Place your quote here. Place your quote here. Place your quote here. Place your quote here.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CDCBC7D-2FD3-5E40-A27C-4980D3B6C8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73775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F48D7100-0AE2-3A4E-9283-6A64C2504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3775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5" name="Pie 24">
            <a:extLst>
              <a:ext uri="{FF2B5EF4-FFF2-40B4-BE49-F238E27FC236}">
                <a16:creationId xmlns:a16="http://schemas.microsoft.com/office/drawing/2014/main" id="{DE27984F-A390-7A4D-8818-586FDFF9AD90}"/>
              </a:ext>
            </a:extLst>
          </p:cNvPr>
          <p:cNvSpPr>
            <a:spLocks/>
          </p:cNvSpPr>
          <p:nvPr userDrawn="1"/>
        </p:nvSpPr>
        <p:spPr>
          <a:xfrm rot="10800000">
            <a:off x="1257300" y="946775"/>
            <a:ext cx="1042697" cy="1037068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6A340-CC30-A548-B829-F8A76D5BC185}"/>
              </a:ext>
            </a:extLst>
          </p:cNvPr>
          <p:cNvGrpSpPr/>
          <p:nvPr userDrawn="1"/>
        </p:nvGrpSpPr>
        <p:grpSpPr>
          <a:xfrm flipV="1">
            <a:off x="1251677" y="3273425"/>
            <a:ext cx="7146198" cy="1367600"/>
            <a:chOff x="254000" y="256470"/>
            <a:chExt cx="7525947" cy="138588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D4B5FE5-4627-9C46-8C76-9982691D2CDC}"/>
                </a:ext>
              </a:extLst>
            </p:cNvPr>
            <p:cNvGrpSpPr/>
            <p:nvPr userDrawn="1"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51F2E91-3DE3-FD49-AA63-74BD3FD5D9B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84DFD07-A88D-F249-ACD0-DA70CA9596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2E1F04-3951-1947-AD58-51F6B352260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4596909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5955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AB8D11-AD3A-4141-9F5A-7748DF9C74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3794" y="0"/>
            <a:ext cx="480206" cy="5143499"/>
          </a:xfrm>
          <a:prstGeom prst="rect">
            <a:avLst/>
          </a:prstGeom>
        </p:spPr>
      </p:pic>
      <p:pic>
        <p:nvPicPr>
          <p:cNvPr id="21" name="Picture Placeholder 4">
            <a:extLst>
              <a:ext uri="{FF2B5EF4-FFF2-40B4-BE49-F238E27FC236}">
                <a16:creationId xmlns:a16="http://schemas.microsoft.com/office/drawing/2014/main" id="{A0156F60-09B0-0440-9CDD-1AB031DB4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" y="10"/>
            <a:ext cx="3552805" cy="5143490"/>
          </a:xfrm>
          <a:custGeom>
            <a:avLst/>
            <a:gdLst>
              <a:gd name="connsiteX0" fmla="*/ 981076 w 3568700"/>
              <a:gd name="connsiteY0" fmla="*/ 0 h 5143500"/>
              <a:gd name="connsiteX1" fmla="*/ 3568700 w 3568700"/>
              <a:gd name="connsiteY1" fmla="*/ 0 h 5143500"/>
              <a:gd name="connsiteX2" fmla="*/ 3568700 w 3568700"/>
              <a:gd name="connsiteY2" fmla="*/ 5143500 h 5143500"/>
              <a:gd name="connsiteX3" fmla="*/ 0 w 3568700"/>
              <a:gd name="connsiteY3" fmla="*/ 5143500 h 5143500"/>
              <a:gd name="connsiteX4" fmla="*/ 0 w 3568700"/>
              <a:gd name="connsiteY4" fmla="*/ 828633 h 5143500"/>
              <a:gd name="connsiteX5" fmla="*/ 981076 w 3568700"/>
              <a:gd name="connsiteY5" fmla="*/ 82863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8700" h="5143500">
                <a:moveTo>
                  <a:pt x="981076" y="0"/>
                </a:moveTo>
                <a:lnTo>
                  <a:pt x="3568700" y="0"/>
                </a:lnTo>
                <a:lnTo>
                  <a:pt x="3568700" y="5143500"/>
                </a:lnTo>
                <a:lnTo>
                  <a:pt x="0" y="5143500"/>
                </a:lnTo>
                <a:lnTo>
                  <a:pt x="0" y="828633"/>
                </a:lnTo>
                <a:lnTo>
                  <a:pt x="981076" y="828633"/>
                </a:lnTo>
                <a:close/>
              </a:path>
            </a:pathLst>
          </a:cu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7ECE56-49A2-5A4A-B068-2B97BA448EFB}"/>
              </a:ext>
            </a:extLst>
          </p:cNvPr>
          <p:cNvSpPr/>
          <p:nvPr userDrawn="1"/>
        </p:nvSpPr>
        <p:spPr>
          <a:xfrm>
            <a:off x="-1" y="0"/>
            <a:ext cx="1013927" cy="84597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97299" y="1904533"/>
            <a:ext cx="4600576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7300" y="2683279"/>
            <a:ext cx="4600575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FAF2C5-DE31-2246-B9B9-FE60FD80BA4E}"/>
              </a:ext>
            </a:extLst>
          </p:cNvPr>
          <p:cNvCxnSpPr>
            <a:cxnSpLocks/>
          </p:cNvCxnSpPr>
          <p:nvPr userDrawn="1"/>
        </p:nvCxnSpPr>
        <p:spPr>
          <a:xfrm>
            <a:off x="5575300" y="259987"/>
            <a:ext cx="2334001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A461D489-B5A6-6845-9E0E-48291F78B396}"/>
              </a:ext>
            </a:extLst>
          </p:cNvPr>
          <p:cNvSpPr/>
          <p:nvPr userDrawn="1"/>
        </p:nvSpPr>
        <p:spPr>
          <a:xfrm flipH="1">
            <a:off x="3797299" y="259987"/>
            <a:ext cx="3033713" cy="2756933"/>
          </a:xfrm>
          <a:prstGeom prst="arc">
            <a:avLst/>
          </a:prstGeom>
          <a:ln w="12700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">
            <a:extLst>
              <a:ext uri="{FF2B5EF4-FFF2-40B4-BE49-F238E27FC236}">
                <a16:creationId xmlns:a16="http://schemas.microsoft.com/office/drawing/2014/main" id="{D42AA959-BD3F-204E-ADBF-55F5D2FA3A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D2953A-DC36-124D-B17E-9E5B78F05A8C}"/>
              </a:ext>
            </a:extLst>
          </p:cNvPr>
          <p:cNvSpPr/>
          <p:nvPr userDrawn="1"/>
        </p:nvSpPr>
        <p:spPr>
          <a:xfrm>
            <a:off x="7924800" y="148185"/>
            <a:ext cx="483407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2952270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>
            <a:off x="2" y="0"/>
            <a:ext cx="9143999" cy="51435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25650" y="1639888"/>
            <a:ext cx="5899150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25651" y="2913052"/>
            <a:ext cx="5899147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pic>
        <p:nvPicPr>
          <p:cNvPr id="8" name="Image">
            <a:extLst>
              <a:ext uri="{FF2B5EF4-FFF2-40B4-BE49-F238E27FC236}">
                <a16:creationId xmlns:a16="http://schemas.microsoft.com/office/drawing/2014/main" id="{FC4BF429-AECB-C64F-857D-520D598BC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C59983-8944-6449-B49C-B80D3A24BE2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1314867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047AFD8-289C-5540-8775-BB5FCC9F9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2B1A14B-492A-1F40-B7F5-C353024A1A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D5B481-564C-3D4E-9AE3-B01DACF3A020}"/>
              </a:ext>
            </a:extLst>
          </p:cNvPr>
          <p:cNvSpPr/>
          <p:nvPr userDrawn="1"/>
        </p:nvSpPr>
        <p:spPr>
          <a:xfrm>
            <a:off x="8486353" y="148185"/>
            <a:ext cx="416346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8AF5D9-45F3-364E-8D2A-1AED4F1C398B}"/>
              </a:ext>
            </a:extLst>
          </p:cNvPr>
          <p:cNvCxnSpPr>
            <a:cxnSpLocks/>
          </p:cNvCxnSpPr>
          <p:nvPr userDrawn="1"/>
        </p:nvCxnSpPr>
        <p:spPr>
          <a:xfrm>
            <a:off x="975711" y="259987"/>
            <a:ext cx="743168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4F56FE9-9A16-9246-A70C-C51B79919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710" y="1410870"/>
            <a:ext cx="7119665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BAD126-5E50-1C4F-92CA-FE968CF31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5711" y="2684034"/>
            <a:ext cx="7119662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1269606-5049-A349-A0F2-E7948820D3E3}"/>
              </a:ext>
            </a:extLst>
          </p:cNvPr>
          <p:cNvSpPr/>
          <p:nvPr userDrawn="1"/>
        </p:nvSpPr>
        <p:spPr>
          <a:xfrm flipV="1">
            <a:off x="2755014" y="-1113066"/>
            <a:ext cx="6117894" cy="5996579"/>
          </a:xfrm>
          <a:prstGeom prst="arc">
            <a:avLst/>
          </a:prstGeom>
          <a:ln w="127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3023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Ba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21F88F-7476-BB48-935A-A515D14D8D6A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B0979B2-3789-3043-8C2E-7A66B16CA9D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</p:spTree>
    <p:extLst>
      <p:ext uri="{BB962C8B-B14F-4D97-AF65-F5344CB8AC3E}">
        <p14:creationId xmlns:p14="http://schemas.microsoft.com/office/powerpoint/2010/main" val="38828290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g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34C00EEC-9365-B34A-AFA4-37781D3407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19416" y="2268580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Round Single Corner Rectangle 42">
            <a:extLst>
              <a:ext uri="{FF2B5EF4-FFF2-40B4-BE49-F238E27FC236}">
                <a16:creationId xmlns:a16="http://schemas.microsoft.com/office/drawing/2014/main" id="{C935EA80-6666-174E-8F4D-5FE0C794C6FF}"/>
              </a:ext>
            </a:extLst>
          </p:cNvPr>
          <p:cNvSpPr/>
          <p:nvPr/>
        </p:nvSpPr>
        <p:spPr>
          <a:xfrm rot="10800000">
            <a:off x="7105650" y="-2"/>
            <a:ext cx="2038348" cy="1875759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1976186C-E87F-F74F-BB92-C059D8DB15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1300" y="602585"/>
            <a:ext cx="1032700" cy="1268698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39B843AD-5A8A-F740-BE2F-49F9B47A0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62353" y="209761"/>
            <a:ext cx="1658914" cy="182562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l">
              <a:spcBef>
                <a:spcPts val="0"/>
              </a:spcBef>
              <a:defRPr sz="10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FF4BB383-CF91-4C41-B0F6-F5DAE34F5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7495" y="379818"/>
            <a:ext cx="1658914" cy="19725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l">
              <a:spcBef>
                <a:spcPts val="0"/>
              </a:spcBef>
              <a:defRPr sz="800" b="0" i="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TITLE, DEPARTMENT</a:t>
            </a:r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CB0FF831-6C7C-3C47-AA39-C6A6446CBC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Rectangle 38">
            <a:extLst>
              <a:ext uri="{FF2B5EF4-FFF2-40B4-BE49-F238E27FC236}">
                <a16:creationId xmlns:a16="http://schemas.microsoft.com/office/drawing/2014/main" id="{B0C54555-FAF8-C247-BD47-30239068182E}"/>
              </a:ext>
            </a:extLst>
          </p:cNvPr>
          <p:cNvSpPr>
            <a:spLocks/>
          </p:cNvSpPr>
          <p:nvPr/>
        </p:nvSpPr>
        <p:spPr bwMode="auto">
          <a:xfrm>
            <a:off x="3797300" y="1156621"/>
            <a:ext cx="1422539" cy="735995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EC8AAA-D5D3-014B-9A40-0F8C9630E4E3}"/>
              </a:ext>
            </a:extLst>
          </p:cNvPr>
          <p:cNvGrpSpPr/>
          <p:nvPr userDrawn="1"/>
        </p:nvGrpSpPr>
        <p:grpSpPr>
          <a:xfrm>
            <a:off x="502208" y="587925"/>
            <a:ext cx="6362054" cy="4312688"/>
            <a:chOff x="253999" y="256470"/>
            <a:chExt cx="6753876" cy="463821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EBA9A18-88F1-BE4F-93F8-680112FE32B8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638212"/>
              <a:chOff x="701574" y="257641"/>
              <a:chExt cx="2929039" cy="4638212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D8649C24-5708-D84B-9CB9-9A835EFFF6EE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5F30895-A8BA-3448-9E5A-831B3FB3701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57641"/>
                <a:ext cx="0" cy="3252323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B41F828-4BBF-204C-9807-5E049EEA3C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7147D10-ADCE-084A-9D6D-972C2D0E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3038" y="256470"/>
              <a:ext cx="382483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CA9A7DA-970B-1045-AABD-B36D98DCD1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7719" y="1183515"/>
            <a:ext cx="1401275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0E5D574-26BB-8645-A658-02E6D89DF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7719" y="1423110"/>
            <a:ext cx="1401275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lnSpc>
                <a:spcPts val="960"/>
              </a:lnSpc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54" name="Rectangle 38">
            <a:extLst>
              <a:ext uri="{FF2B5EF4-FFF2-40B4-BE49-F238E27FC236}">
                <a16:creationId xmlns:a16="http://schemas.microsoft.com/office/drawing/2014/main" id="{6F3D4AB5-FDE7-7F41-B8F4-33F4A2AD26C1}"/>
              </a:ext>
            </a:extLst>
          </p:cNvPr>
          <p:cNvSpPr>
            <a:spLocks/>
          </p:cNvSpPr>
          <p:nvPr userDrawn="1"/>
        </p:nvSpPr>
        <p:spPr bwMode="auto">
          <a:xfrm>
            <a:off x="3797300" y="2268580"/>
            <a:ext cx="1422539" cy="735995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49B88D92-1CB9-E042-971C-EAB615791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7719" y="2293237"/>
            <a:ext cx="1401275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86D1BE9-538A-A54A-8CBA-E6F7933552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7719" y="2532832"/>
            <a:ext cx="1401275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93" name="Picture Placeholder 92">
            <a:extLst>
              <a:ext uri="{FF2B5EF4-FFF2-40B4-BE49-F238E27FC236}">
                <a16:creationId xmlns:a16="http://schemas.microsoft.com/office/drawing/2014/main" id="{C0C7BC42-D94A-934B-A163-06FD2EEA534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090206" y="2268580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4" name="Rectangle 38">
            <a:extLst>
              <a:ext uri="{FF2B5EF4-FFF2-40B4-BE49-F238E27FC236}">
                <a16:creationId xmlns:a16="http://schemas.microsoft.com/office/drawing/2014/main" id="{DF0A8375-0B65-EB40-B6CD-B7A5B5C89A14}"/>
              </a:ext>
            </a:extLst>
          </p:cNvPr>
          <p:cNvSpPr>
            <a:spLocks/>
          </p:cNvSpPr>
          <p:nvPr userDrawn="1"/>
        </p:nvSpPr>
        <p:spPr bwMode="auto">
          <a:xfrm>
            <a:off x="6668090" y="2268580"/>
            <a:ext cx="1422539" cy="735995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5" name="Text Placeholder 45">
            <a:extLst>
              <a:ext uri="{FF2B5EF4-FFF2-40B4-BE49-F238E27FC236}">
                <a16:creationId xmlns:a16="http://schemas.microsoft.com/office/drawing/2014/main" id="{AEF451D5-4945-154C-9652-F9E7ABDDFD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667245" y="2293237"/>
            <a:ext cx="1422539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96" name="Text Placeholder 45">
            <a:extLst>
              <a:ext uri="{FF2B5EF4-FFF2-40B4-BE49-F238E27FC236}">
                <a16:creationId xmlns:a16="http://schemas.microsoft.com/office/drawing/2014/main" id="{AB540B94-284F-6F4F-A836-E6BD649D8B3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667245" y="2532832"/>
            <a:ext cx="1422539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B2C82D68-F0C1-E44E-BAAD-E078143CAD3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090206" y="3520984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8" name="Rectangle 38">
            <a:extLst>
              <a:ext uri="{FF2B5EF4-FFF2-40B4-BE49-F238E27FC236}">
                <a16:creationId xmlns:a16="http://schemas.microsoft.com/office/drawing/2014/main" id="{FE81A75B-314E-8741-BE17-3A841281C75F}"/>
              </a:ext>
            </a:extLst>
          </p:cNvPr>
          <p:cNvSpPr>
            <a:spLocks/>
          </p:cNvSpPr>
          <p:nvPr userDrawn="1"/>
        </p:nvSpPr>
        <p:spPr bwMode="auto">
          <a:xfrm>
            <a:off x="6668090" y="3520984"/>
            <a:ext cx="1422539" cy="735995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9" name="Text Placeholder 45">
            <a:extLst>
              <a:ext uri="{FF2B5EF4-FFF2-40B4-BE49-F238E27FC236}">
                <a16:creationId xmlns:a16="http://schemas.microsoft.com/office/drawing/2014/main" id="{1D6F5BD0-8A21-BF4B-81C0-4F4B5A699F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67245" y="3547879"/>
            <a:ext cx="1422539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0" name="Text Placeholder 45">
            <a:extLst>
              <a:ext uri="{FF2B5EF4-FFF2-40B4-BE49-F238E27FC236}">
                <a16:creationId xmlns:a16="http://schemas.microsoft.com/office/drawing/2014/main" id="{0EC3AD10-34A3-F642-8562-E1138EB1CB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67245" y="3787474"/>
            <a:ext cx="1422539" cy="467267"/>
          </a:xfrm>
          <a:prstGeom prst="rect">
            <a:avLst/>
          </a:prstGeom>
        </p:spPr>
        <p:txBody>
          <a:bodyPr lIns="18288" tIns="36576" rIns="36576" bIns="36576" anchor="t"/>
          <a:lstStyle>
            <a:lvl1pPr algn="r">
              <a:spcBef>
                <a:spcPts val="0"/>
              </a:spcBef>
              <a:defRPr sz="800" b="0" i="0" spc="-30" baseline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TITLE, DEPARTMENT</a:t>
            </a:r>
          </a:p>
        </p:txBody>
      </p:sp>
      <p:sp>
        <p:nvSpPr>
          <p:cNvPr id="101" name="Picture Placeholder 100">
            <a:extLst>
              <a:ext uri="{FF2B5EF4-FFF2-40B4-BE49-F238E27FC236}">
                <a16:creationId xmlns:a16="http://schemas.microsoft.com/office/drawing/2014/main" id="{4A97F964-E427-404C-AD24-DB63DA81778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219415" y="3520984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2" name="Rectangle 38">
            <a:extLst>
              <a:ext uri="{FF2B5EF4-FFF2-40B4-BE49-F238E27FC236}">
                <a16:creationId xmlns:a16="http://schemas.microsoft.com/office/drawing/2014/main" id="{13C44FF9-C4AF-5540-9803-BD5FBC834916}"/>
              </a:ext>
            </a:extLst>
          </p:cNvPr>
          <p:cNvSpPr>
            <a:spLocks/>
          </p:cNvSpPr>
          <p:nvPr userDrawn="1"/>
        </p:nvSpPr>
        <p:spPr bwMode="auto">
          <a:xfrm>
            <a:off x="3797299" y="3520984"/>
            <a:ext cx="1422539" cy="738234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3" name="Text Placeholder 45">
            <a:extLst>
              <a:ext uri="{FF2B5EF4-FFF2-40B4-BE49-F238E27FC236}">
                <a16:creationId xmlns:a16="http://schemas.microsoft.com/office/drawing/2014/main" id="{7A7FC0C9-677B-E740-A531-F873D297FB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791583" y="3547879"/>
            <a:ext cx="1427410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4" name="Text Placeholder 45">
            <a:extLst>
              <a:ext uri="{FF2B5EF4-FFF2-40B4-BE49-F238E27FC236}">
                <a16:creationId xmlns:a16="http://schemas.microsoft.com/office/drawing/2014/main" id="{3FEDC7F0-D6C4-8242-8BC1-C8C399DD222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91583" y="3787474"/>
            <a:ext cx="1427410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105" name="Picture Placeholder 104">
            <a:extLst>
              <a:ext uri="{FF2B5EF4-FFF2-40B4-BE49-F238E27FC236}">
                <a16:creationId xmlns:a16="http://schemas.microsoft.com/office/drawing/2014/main" id="{581410A2-7F31-5840-BE18-14E5E8E375F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69890" y="2268580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6" name="Rectangle 38">
            <a:extLst>
              <a:ext uri="{FF2B5EF4-FFF2-40B4-BE49-F238E27FC236}">
                <a16:creationId xmlns:a16="http://schemas.microsoft.com/office/drawing/2014/main" id="{53334B94-B3DF-6446-A222-9BCEC435A364}"/>
              </a:ext>
            </a:extLst>
          </p:cNvPr>
          <p:cNvSpPr>
            <a:spLocks/>
          </p:cNvSpPr>
          <p:nvPr userDrawn="1"/>
        </p:nvSpPr>
        <p:spPr bwMode="auto">
          <a:xfrm>
            <a:off x="947774" y="2268580"/>
            <a:ext cx="1422539" cy="735995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7" name="Text Placeholder 45">
            <a:extLst>
              <a:ext uri="{FF2B5EF4-FFF2-40B4-BE49-F238E27FC236}">
                <a16:creationId xmlns:a16="http://schemas.microsoft.com/office/drawing/2014/main" id="{BFA1F2C8-4C7E-D242-AF44-6B8346F12B1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760" y="2293237"/>
            <a:ext cx="1408708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8" name="Text Placeholder 45">
            <a:extLst>
              <a:ext uri="{FF2B5EF4-FFF2-40B4-BE49-F238E27FC236}">
                <a16:creationId xmlns:a16="http://schemas.microsoft.com/office/drawing/2014/main" id="{BE8851C8-9655-3347-B603-22F4A4D2D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0760" y="2532832"/>
            <a:ext cx="1408708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109" name="Picture Placeholder 108">
            <a:extLst>
              <a:ext uri="{FF2B5EF4-FFF2-40B4-BE49-F238E27FC236}">
                <a16:creationId xmlns:a16="http://schemas.microsoft.com/office/drawing/2014/main" id="{E4017C74-767A-FD46-BAC3-21B82EC96BC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369889" y="3520984"/>
            <a:ext cx="554979" cy="740664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0" name="Rectangle 38">
            <a:extLst>
              <a:ext uri="{FF2B5EF4-FFF2-40B4-BE49-F238E27FC236}">
                <a16:creationId xmlns:a16="http://schemas.microsoft.com/office/drawing/2014/main" id="{10054C0A-17B9-6E43-B82B-7D4029C8D9F7}"/>
              </a:ext>
            </a:extLst>
          </p:cNvPr>
          <p:cNvSpPr>
            <a:spLocks/>
          </p:cNvSpPr>
          <p:nvPr userDrawn="1"/>
        </p:nvSpPr>
        <p:spPr bwMode="auto">
          <a:xfrm>
            <a:off x="947773" y="3520984"/>
            <a:ext cx="1422539" cy="736690"/>
          </a:xfrm>
          <a:prstGeom prst="round1Rect">
            <a:avLst>
              <a:gd name="adj" fmla="val 0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27432" tIns="36576" rIns="36576" bIns="36576" numCol="1" rtlCol="0" anchor="ctr" anchorCtr="0" compatLnSpc="1">
            <a:prstTxWarp prst="textNoShape">
              <a:avLst/>
            </a:prstTxWarp>
          </a:bodyPr>
          <a:lstStyle/>
          <a:p>
            <a:pPr algn="r"/>
            <a:endParaRPr lang="en-US" sz="800" b="0" i="0" spc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1" name="Text Placeholder 45">
            <a:extLst>
              <a:ext uri="{FF2B5EF4-FFF2-40B4-BE49-F238E27FC236}">
                <a16:creationId xmlns:a16="http://schemas.microsoft.com/office/drawing/2014/main" id="{F9483B47-3A70-484B-8C43-5A8F11F94F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0760" y="3547879"/>
            <a:ext cx="1408707" cy="234925"/>
          </a:xfrm>
          <a:prstGeom prst="rect">
            <a:avLst/>
          </a:prstGeom>
        </p:spPr>
        <p:txBody>
          <a:bodyPr lIns="36576" tIns="36576" rIns="36576" bIns="36576" anchor="ctr"/>
          <a:lstStyle>
            <a:lvl1pPr algn="r">
              <a:spcBef>
                <a:spcPts val="0"/>
              </a:spcBef>
              <a:defRPr sz="1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2" name="Text Placeholder 45">
            <a:extLst>
              <a:ext uri="{FF2B5EF4-FFF2-40B4-BE49-F238E27FC236}">
                <a16:creationId xmlns:a16="http://schemas.microsoft.com/office/drawing/2014/main" id="{8579D521-FFB7-334E-8223-514F0777FC5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60760" y="3787474"/>
            <a:ext cx="1408707" cy="467267"/>
          </a:xfrm>
          <a:prstGeom prst="rect">
            <a:avLst/>
          </a:prstGeom>
        </p:spPr>
        <p:txBody>
          <a:bodyPr lIns="36576" tIns="36576" rIns="36576" bIns="36576" anchor="t"/>
          <a:lstStyle>
            <a:lvl1pPr algn="r">
              <a:spcBef>
                <a:spcPts val="0"/>
              </a:spcBef>
              <a:defRPr lang="en-US" sz="800" b="0" i="0" kern="1200" spc="-30" baseline="0" dirty="0" smtClean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Consolas" panose="020B0609020204030204" pitchFamily="49" charset="0"/>
              </a:defRPr>
            </a:lvl1pPr>
            <a:lvl2pPr>
              <a:defRPr sz="800">
                <a:latin typeface="+mj-lt"/>
              </a:defRPr>
            </a:lvl2pPr>
            <a:lvl3pPr>
              <a:defRPr sz="800">
                <a:latin typeface="+mj-lt"/>
              </a:defRPr>
            </a:lvl3pPr>
            <a:lvl4pPr>
              <a:defRPr sz="800">
                <a:latin typeface="+mj-lt"/>
              </a:defRPr>
            </a:lvl4pPr>
            <a:lvl5pPr>
              <a:defRPr sz="800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</a:pPr>
            <a:r>
              <a:rPr lang="en-US" dirty="0"/>
              <a:t>TITLE, DEPARTMENT</a:t>
            </a:r>
          </a:p>
        </p:txBody>
      </p:sp>
      <p:sp>
        <p:nvSpPr>
          <p:cNvPr id="113" name="Picture Placeholder 112">
            <a:extLst>
              <a:ext uri="{FF2B5EF4-FFF2-40B4-BE49-F238E27FC236}">
                <a16:creationId xmlns:a16="http://schemas.microsoft.com/office/drawing/2014/main" id="{EE475BD0-BC20-2C49-9208-51C83DC5B56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219416" y="1156621"/>
            <a:ext cx="554979" cy="735995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6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5" name="Text Placeholder 114">
            <a:extLst>
              <a:ext uri="{FF2B5EF4-FFF2-40B4-BE49-F238E27FC236}">
                <a16:creationId xmlns:a16="http://schemas.microsoft.com/office/drawing/2014/main" id="{8C98CAD5-46D7-5D4E-AF46-F9CC597B1A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63725" y="661679"/>
            <a:ext cx="5000537" cy="190500"/>
          </a:xfrm>
          <a:prstGeom prst="rect">
            <a:avLst/>
          </a:prstGeom>
        </p:spPr>
        <p:txBody>
          <a:bodyPr anchor="ctr"/>
          <a:lstStyle>
            <a:lvl1pPr algn="r">
              <a:defRPr sz="900" spc="-20" baseline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4548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777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69" y="3422512"/>
            <a:ext cx="6362693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69" y="3757999"/>
            <a:ext cx="6362693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065968-6C0F-1346-849D-82477F9FE493}"/>
              </a:ext>
            </a:extLst>
          </p:cNvPr>
          <p:cNvSpPr/>
          <p:nvPr userDrawn="1"/>
        </p:nvSpPr>
        <p:spPr>
          <a:xfrm>
            <a:off x="737076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2004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777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7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7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2988D4-D1C1-1A41-8427-2DC3A0F252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073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CF940C5-CE1A-6A44-BDAA-6603B2A849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073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6CECB9-8AA7-CB4B-BE63-6C7A9D086496}"/>
              </a:ext>
            </a:extLst>
          </p:cNvPr>
          <p:cNvSpPr/>
          <p:nvPr userDrawn="1"/>
        </p:nvSpPr>
        <p:spPr>
          <a:xfrm>
            <a:off x="737076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7048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4824894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4824896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4067B-299F-374F-82CD-727A8AB42A36}"/>
              </a:ext>
            </a:extLst>
          </p:cNvPr>
          <p:cNvSpPr/>
          <p:nvPr userDrawn="1"/>
        </p:nvSpPr>
        <p:spPr>
          <a:xfrm>
            <a:off x="786052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19182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840FFF-DD96-CD41-9535-061F84724A0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2230469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223047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2154EA-E8B3-AA44-A122-ED39A876F1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49575" y="3422512"/>
            <a:ext cx="2338061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D1A662-941F-1842-8AA2-C52D8699D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9574" y="3757999"/>
            <a:ext cx="2338061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EA94E4-CF6B-354A-8E30-CBFC777E2915}"/>
              </a:ext>
            </a:extLst>
          </p:cNvPr>
          <p:cNvSpPr/>
          <p:nvPr userDrawn="1"/>
        </p:nvSpPr>
        <p:spPr>
          <a:xfrm>
            <a:off x="786052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3659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and Update for ending or begi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58B4DC-CAF3-174A-83C6-A9EAE6D49A61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 rot="10800000" flipH="1">
            <a:off x="0" y="-4"/>
            <a:ext cx="9144001" cy="51435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Graphic 4">
            <a:extLst>
              <a:ext uri="{FF2B5EF4-FFF2-40B4-BE49-F238E27FC236}">
                <a16:creationId xmlns:a16="http://schemas.microsoft.com/office/drawing/2014/main" id="{7501A2DC-C99D-5B49-99EF-FFB52ED4626F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2612164" y="1781945"/>
            <a:ext cx="4741136" cy="10220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6FC5A4-51F6-1440-BB7B-FCA71DBC0C6F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6446280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"/>
            <a:ext cx="3552825" cy="5143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600" y="829515"/>
            <a:ext cx="2446438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7300" y="829515"/>
            <a:ext cx="4599538" cy="1938992"/>
          </a:xfrm>
          <a:prstGeom prst="rect">
            <a:avLst/>
          </a:prstGeom>
        </p:spPr>
        <p:txBody>
          <a:bodyPr wrap="square"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600"/>
            </a:lvl1pPr>
          </a:lstStyle>
          <a:p>
            <a:pPr lvl="0"/>
            <a:r>
              <a:rPr lang="en-US" dirty="0"/>
              <a:t>Content Item 1</a:t>
            </a:r>
          </a:p>
          <a:p>
            <a:pPr lvl="0"/>
            <a:r>
              <a:rPr lang="en-US" dirty="0"/>
              <a:t>Content Item 2</a:t>
            </a:r>
          </a:p>
          <a:p>
            <a:pPr lvl="0"/>
            <a:r>
              <a:rPr lang="en-US" dirty="0"/>
              <a:t>Content Item 3</a:t>
            </a:r>
          </a:p>
          <a:p>
            <a:pPr lvl="0"/>
            <a:r>
              <a:rPr lang="en-US" dirty="0"/>
              <a:t>Content Item 4</a:t>
            </a:r>
          </a:p>
          <a:p>
            <a:pPr lvl="0"/>
            <a:r>
              <a:rPr lang="en-US" dirty="0"/>
              <a:t>Content Item 5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A5EDD0-1CB4-2B41-A679-1B853092C7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4464" y="340219"/>
            <a:ext cx="460341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480955-08E5-A84E-A06C-1ADD27561CB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01A894-262B-F94E-8BD2-DA7CF9CA6D79}"/>
              </a:ext>
            </a:extLst>
          </p:cNvPr>
          <p:cNvGrpSpPr/>
          <p:nvPr userDrawn="1"/>
        </p:nvGrpSpPr>
        <p:grpSpPr>
          <a:xfrm>
            <a:off x="253999" y="259645"/>
            <a:ext cx="8143876" cy="4677479"/>
            <a:chOff x="253999" y="256470"/>
            <a:chExt cx="8143876" cy="46774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F92D2A-1D24-144F-8314-92BA0673621A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677479"/>
              <a:chOff x="701574" y="218374"/>
              <a:chExt cx="2929039" cy="4677479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B210C0D-B602-A941-AC72-7D0DC7F5AB1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873A4F4-1A51-6140-8C37-E56751AC762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18374"/>
                <a:ext cx="0" cy="329159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183967-A333-1248-9118-8BE4B63D9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6C4BB49-F13F-8A4F-8052-DA15D9A94E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3038" y="256470"/>
              <a:ext cx="521483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29" name="Image">
            <a:extLst>
              <a:ext uri="{FF2B5EF4-FFF2-40B4-BE49-F238E27FC236}">
                <a16:creationId xmlns:a16="http://schemas.microsoft.com/office/drawing/2014/main" id="{1966D446-3E01-7747-9494-656B03576F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577B721-AF46-944E-8E68-F28B06C76E54}"/>
              </a:ext>
            </a:extLst>
          </p:cNvPr>
          <p:cNvSpPr/>
          <p:nvPr userDrawn="1"/>
        </p:nvSpPr>
        <p:spPr>
          <a:xfrm>
            <a:off x="3806824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7102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4000" y="553250"/>
            <a:ext cx="8645525" cy="439338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4" y="1237676"/>
            <a:ext cx="8645525" cy="3662935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Content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7C327-B733-9742-BE10-94D2CD11F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482"/>
          <a:stretch/>
        </p:blipFill>
        <p:spPr>
          <a:xfrm rot="10800000">
            <a:off x="-1" y="-2"/>
            <a:ext cx="92209" cy="51434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690A9A6-50AD-F84E-8EEB-BD163CBAE5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594AF-2224-CB4E-9915-D12ADFA92700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674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5" y="1405097"/>
            <a:ext cx="8654012" cy="349551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FBC184-1E82-5C47-AA7E-7E1233E49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4474" y="711561"/>
            <a:ext cx="8654012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7D35DFA-48F1-7F43-8BA6-4513D22BED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1389" y="340219"/>
            <a:ext cx="7641386" cy="1692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5CB91B-2897-ED46-B47F-C9C35DEBBEDD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F00B0E-AF84-6143-A95E-8133E56251EC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77861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151689"/>
            <a:ext cx="7923048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9289-4849-8D48-9B33-6B70DF922FA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66788" y="845225"/>
            <a:ext cx="7918145" cy="4055388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9BC10-73D0-6B48-BED2-4FC54EE94A4B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D0EE1-B733-E44D-A4C7-2CD8C938DE28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896615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160506-0F76-C746-BDBC-F31EC4F6F119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52521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62AF0F-3C4F-704D-BAB1-BDD0EDDB78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81580-C246-6D46-A232-81815BA42B5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B169B-7AC1-9341-900B-8D02B4E534E9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7537545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E3A968-F23F-2744-9756-85D653CBC191}"/>
              </a:ext>
            </a:extLst>
          </p:cNvPr>
          <p:cNvSpPr/>
          <p:nvPr userDrawn="1"/>
        </p:nvSpPr>
        <p:spPr>
          <a:xfrm>
            <a:off x="0" y="-1"/>
            <a:ext cx="9143999" cy="5143501"/>
          </a:xfrm>
          <a:prstGeom prst="rect">
            <a:avLst/>
          </a:prstGeom>
          <a:solidFill>
            <a:schemeClr val="bg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5A92B1-6D3B-D041-BD32-EF812A7C2A9A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296860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DF124D-66C2-8241-BF1E-3A8BFC624C38}"/>
              </a:ext>
            </a:extLst>
          </p:cNvPr>
          <p:cNvSpPr/>
          <p:nvPr userDrawn="1"/>
        </p:nvSpPr>
        <p:spPr>
          <a:xfrm>
            <a:off x="0" y="-1"/>
            <a:ext cx="9143999" cy="5143501"/>
          </a:xfrm>
          <a:prstGeom prst="rect">
            <a:avLst/>
          </a:prstGeom>
          <a:solidFill>
            <a:schemeClr val="bg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C304C6-F2A3-FE4C-917C-4F654B1413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AD1011-073C-FC42-BB61-FFB3D9FD2DD4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F0E51-B095-2946-B9F9-6CC3B19EDC21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3678D1-DFBF-2645-91E2-BC0832071272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11073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66952" y="1278431"/>
            <a:ext cx="7430923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473A60-D842-8041-AF7F-FBA6485D4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5" name="Image">
            <a:extLst>
              <a:ext uri="{FF2B5EF4-FFF2-40B4-BE49-F238E27FC236}">
                <a16:creationId xmlns:a16="http://schemas.microsoft.com/office/drawing/2014/main" id="{B810EAB7-1B73-774A-98B9-52A96B505D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0A3163-457C-A44B-983A-F5976641164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12EB55-CAF1-B745-A8B8-69DBAEF78A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4132C-DA23-CF48-915B-BF200FBE561B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0771855-9F43-684E-A902-D28B33A3D377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47595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503010"/>
            <a:ext cx="3502163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8B9D991-92B2-7541-A773-34C69566F2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15954"/>
            <a:ext cx="3474720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570E35-6FDD-4348-9FB0-B5B48333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6952" y="340219"/>
            <a:ext cx="7425822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80943D-BC1C-B847-9569-C2B8AA454C59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9BBB9-BB6E-EA4A-91BA-515E8808FE4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26B890-0A74-8A41-8C85-EA6092023B28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045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2E2B3-9BF0-1042-A313-B9BB422E1A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6899" y="1231201"/>
            <a:ext cx="615944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8" y="711561"/>
            <a:ext cx="61536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6898" y="1856140"/>
            <a:ext cx="6161037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716C47-908D-D74F-B6CA-344420A58A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32" name="Image">
            <a:extLst>
              <a:ext uri="{FF2B5EF4-FFF2-40B4-BE49-F238E27FC236}">
                <a16:creationId xmlns:a16="http://schemas.microsoft.com/office/drawing/2014/main" id="{A0349B96-D354-2E42-9CA0-0C84AB238E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5BDF0-C47A-644A-9BB3-D80DDDA7AB11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11567-DD40-5840-B632-1C6307D58DD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A1FB94-768C-704C-B192-6F09E4DD3D73}"/>
              </a:ext>
            </a:extLst>
          </p:cNvPr>
          <p:cNvSpPr/>
          <p:nvPr userDrawn="1"/>
        </p:nvSpPr>
        <p:spPr>
          <a:xfrm>
            <a:off x="2736898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53799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25091" y="1506507"/>
            <a:ext cx="6167046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C48D4-4D70-7549-A6A0-74D47EA8F98F}"/>
              </a:ext>
            </a:extLst>
          </p:cNvPr>
          <p:cNvSpPr/>
          <p:nvPr userDrawn="1"/>
        </p:nvSpPr>
        <p:spPr>
          <a:xfrm>
            <a:off x="2033587" y="4660752"/>
            <a:ext cx="49053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/>
              <a:t>ni.com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4EDBC35-5703-ED48-A5D1-6FEB9AEA9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8489" y="340219"/>
            <a:ext cx="5659386" cy="1538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1445D0A4-2B94-C04A-B04A-9932C5E61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5650" y="252729"/>
            <a:ext cx="254000" cy="169312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FE6EF93-46C8-6A42-97B8-BE70A204E6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3B079713-D13B-DB4D-A0A3-4B69555A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9" y="711561"/>
            <a:ext cx="6151512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FAB066-B8F6-DD4C-823D-95ADE8C5D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24" name="Image">
            <a:extLst>
              <a:ext uri="{FF2B5EF4-FFF2-40B4-BE49-F238E27FC236}">
                <a16:creationId xmlns:a16="http://schemas.microsoft.com/office/drawing/2014/main" id="{7FB7B301-4A9A-314A-BBF5-D6A297919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2FBDDF-A14B-BF45-B2E0-D8A4671E5CBF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DCA2B-60DA-4949-A417-120A7E39D605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60967-93FD-8646-8C9D-DD6A77661692}"/>
              </a:ext>
            </a:extLst>
          </p:cNvPr>
          <p:cNvSpPr/>
          <p:nvPr userDrawn="1"/>
        </p:nvSpPr>
        <p:spPr>
          <a:xfrm>
            <a:off x="2736898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03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5297" y="1231201"/>
            <a:ext cx="4401050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750" y="18561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0B760-6A25-6A48-BBB2-1773C040F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56291A7-B6F5-E24B-838D-1A2D7953BB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006D29-95ED-4C42-8356-98F21AE383A0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87143-B02B-2146-AE4A-B771C891E23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179A0-94F2-8341-A646-FFF344E3C616}"/>
              </a:ext>
            </a:extLst>
          </p:cNvPr>
          <p:cNvSpPr/>
          <p:nvPr userDrawn="1"/>
        </p:nvSpPr>
        <p:spPr>
          <a:xfrm>
            <a:off x="4495297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42108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297" y="15025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229DA8-0F6C-BB4E-B391-BB921034B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6" name="Image">
            <a:extLst>
              <a:ext uri="{FF2B5EF4-FFF2-40B4-BE49-F238E27FC236}">
                <a16:creationId xmlns:a16="http://schemas.microsoft.com/office/drawing/2014/main" id="{4A1E96AB-85B9-524C-AFCB-34983C4BCD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137542F-7CFD-7D46-923C-FBFA81939E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298" y="340219"/>
            <a:ext cx="3902578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6C6164-0C4F-BE45-A870-E93D69E7144E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E6FDA-4B6A-C84A-B72E-E9DB4B5E5DFE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EA2BE-624A-784C-9982-B663698AEB84}"/>
              </a:ext>
            </a:extLst>
          </p:cNvPr>
          <p:cNvSpPr/>
          <p:nvPr userDrawn="1"/>
        </p:nvSpPr>
        <p:spPr>
          <a:xfrm>
            <a:off x="4495297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16291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858BE9B-51E6-F84A-9648-A13FF30C54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9888" y="1231201"/>
            <a:ext cx="262622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626227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0799" y="1856140"/>
            <a:ext cx="262690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AA1E8-554F-0944-8425-FFBCE3182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C4A3EE5B-D545-6548-BB26-FBD79FED1C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7C9DD0-FCE3-5447-B6FD-C2061D4D7543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01DBA1-E3BD-F846-A1B2-F4B1020066A2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1E282-A999-9B46-AA88-B73664913366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0620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3D3A975-61A8-EC4B-8011-05DB72584B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477" y="1498582"/>
            <a:ext cx="258729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923B94DB-01B6-3041-B7E4-04333DA22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31E5258-E0D8-1547-A5C1-F359267CCE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B53735B-7F31-A344-8B99-EEA0E20E1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587295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14D33A-0B45-984B-B04E-FF7BDA27CF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1477" y="340219"/>
            <a:ext cx="2126167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B097F9-28E3-574B-B0E5-5746F63E5E70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27D53-93EB-674B-A6F2-15363FB558E0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B6B333-C4F8-B54F-B779-579CFB804240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0263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010A8C-51DA-E548-8EAF-301699457CEF}"/>
              </a:ext>
            </a:extLst>
          </p:cNvPr>
          <p:cNvSpPr/>
          <p:nvPr userDrawn="1"/>
        </p:nvSpPr>
        <p:spPr>
          <a:xfrm>
            <a:off x="492126" y="-1"/>
            <a:ext cx="4089607" cy="51435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7854" y="711560"/>
            <a:ext cx="3324929" cy="86177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64BE38A-6CB5-5A45-95E9-F14E6DB4F3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5808" y="1932842"/>
            <a:ext cx="3324929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 smtClean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0565657-29C5-5D47-8C3D-E9781BFCCF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7855" y="340219"/>
            <a:ext cx="2544970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0672F0B-2D5E-E840-93AA-7ABB4A9FC4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29384" y="-2"/>
            <a:ext cx="4313317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24F6A8-44C2-814A-8B5F-3EFB65BFD77D}"/>
              </a:ext>
            </a:extLst>
          </p:cNvPr>
          <p:cNvSpPr/>
          <p:nvPr userDrawn="1"/>
        </p:nvSpPr>
        <p:spPr>
          <a:xfrm>
            <a:off x="4583033" y="-1"/>
            <a:ext cx="246351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E7CB54-733E-4A4B-B5E5-2CE112061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743001" cy="5143499"/>
          </a:xfrm>
          <a:prstGeom prst="rect">
            <a:avLst/>
          </a:prstGeom>
        </p:spPr>
      </p:pic>
      <p:pic>
        <p:nvPicPr>
          <p:cNvPr id="33" name="Image">
            <a:extLst>
              <a:ext uri="{FF2B5EF4-FFF2-40B4-BE49-F238E27FC236}">
                <a16:creationId xmlns:a16="http://schemas.microsoft.com/office/drawing/2014/main" id="{1BFA2E31-4FD1-DD41-977F-854A85DD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3604C3-4C9B-D54A-825E-49DAA169DC65}"/>
              </a:ext>
            </a:extLst>
          </p:cNvPr>
          <p:cNvCxnSpPr>
            <a:cxnSpLocks/>
          </p:cNvCxnSpPr>
          <p:nvPr userDrawn="1"/>
        </p:nvCxnSpPr>
        <p:spPr>
          <a:xfrm>
            <a:off x="1005809" y="259987"/>
            <a:ext cx="2826363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8065885-0DCF-A045-9ADA-E955330294D6}"/>
              </a:ext>
            </a:extLst>
          </p:cNvPr>
          <p:cNvSpPr/>
          <p:nvPr userDrawn="1"/>
        </p:nvSpPr>
        <p:spPr>
          <a:xfrm>
            <a:off x="3889322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56E12-6988-E74B-8D10-236367DA1C92}"/>
              </a:ext>
            </a:extLst>
          </p:cNvPr>
          <p:cNvSpPr/>
          <p:nvPr userDrawn="1"/>
        </p:nvSpPr>
        <p:spPr>
          <a:xfrm>
            <a:off x="966952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04704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231942"/>
            <a:ext cx="3322566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3590" y="711560"/>
            <a:ext cx="3314700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EC19153-B3A6-D045-9C5D-66D4AF5F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09051"/>
            <a:ext cx="3306763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Body Copy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75A266-A475-664F-825C-760A21AB5335}"/>
              </a:ext>
            </a:extLst>
          </p:cNvPr>
          <p:cNvSpPr/>
          <p:nvPr userDrawn="1"/>
        </p:nvSpPr>
        <p:spPr>
          <a:xfrm>
            <a:off x="4085014" y="-1"/>
            <a:ext cx="239109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FFE2ADD0-1055-FC4D-8D0B-E03C5ED71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6601" y="-1"/>
            <a:ext cx="3348412" cy="5143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97A924-0170-9946-8ADB-D1906A8CC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38" name="Image">
            <a:extLst>
              <a:ext uri="{FF2B5EF4-FFF2-40B4-BE49-F238E27FC236}">
                <a16:creationId xmlns:a16="http://schemas.microsoft.com/office/drawing/2014/main" id="{03453159-D837-E940-96DD-0B2E07F5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ACD669-CC8A-0843-9ADD-C3CB11F72A81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9987"/>
            <a:ext cx="38258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5BEA2-7FA2-6041-89A2-ECAF0BD563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655CFA-E4A3-7D46-A62D-C6E266BE3BA5}"/>
              </a:ext>
            </a:extLst>
          </p:cNvPr>
          <p:cNvSpPr/>
          <p:nvPr userDrawn="1"/>
        </p:nvSpPr>
        <p:spPr>
          <a:xfrm>
            <a:off x="4495297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6160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97300" y="0"/>
            <a:ext cx="3311525" cy="1881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87B2641-C808-1545-8430-0211D0684D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00476" y="2127436"/>
            <a:ext cx="3308350" cy="3016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431" y="-1"/>
            <a:ext cx="1790570" cy="29941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4F3BEFB-80A1-C34A-BE24-95E9E77257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4888" y="3273425"/>
            <a:ext cx="1790570" cy="1870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48B1FD06-0461-CD4B-BA18-DEF9E6300F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944049-D3AC-4A4A-916E-30E8CF00AD95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8E4D2-6C69-EC4C-A9F9-1BC2086CC09B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446005-27E5-DA47-B13E-5D47D8357B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6601" y="340219"/>
            <a:ext cx="2329679" cy="1693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3BB4AA9-9C4C-2143-9E9C-3DCBEF2309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5"/>
            <a:ext cx="3309936" cy="85212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Heading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Heading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AF7CA-2A68-3C46-93A2-A837969082F2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5760731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70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312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D7635C8-85FE-924B-A1A3-F3ADFB0A44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1485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9ED2B9A2-3748-DB45-9F2F-540D72E308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75704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C77C048-FF9C-AF4D-BAD6-DBCDB73B0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23123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BE0015C-3996-AB4D-BB10-42B891124E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1485" y="2829751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8A8AEA6-884D-5F49-B1CB-95001C38FC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2263073" cy="2769660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pic>
        <p:nvPicPr>
          <p:cNvPr id="26" name="Image">
            <a:extLst>
              <a:ext uri="{FF2B5EF4-FFF2-40B4-BE49-F238E27FC236}">
                <a16:creationId xmlns:a16="http://schemas.microsoft.com/office/drawing/2014/main" id="{39EA1AB9-512F-604E-B418-C4FABE8A6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8C59BA3-08AD-694C-9D90-62F73D0999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4"/>
            <a:ext cx="2278051" cy="852130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203F7-B12A-E649-A007-637DE01EA68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E7D81F0-0D3B-D546-A57B-157C18289620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8417AFA-FEC2-CF47-8CDA-CDBC7D6567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340219"/>
            <a:ext cx="7661274" cy="16931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7E4DD4-EFC8-1A42-834D-815069B33D84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881265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50825"/>
            <a:ext cx="1038226" cy="1389064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6FD69E1-7FAE-1446-B229-E02F1904E0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9649" y="1892589"/>
            <a:ext cx="1038226" cy="1380836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A481285-85AF-124E-B497-1DB35DD28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9649" y="3513571"/>
            <a:ext cx="1038226" cy="1387042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324315" cy="1621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64D9CB4-A4F2-A545-810E-CD823A257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A2D8C1-7A82-E948-A805-841C47D6A21C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73643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68805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24578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309555" rtl="0" fontAlgn="auto" latinLnBrk="0" hangingPunc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-2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j-ea"/>
                <a:cs typeface="+mj-cs"/>
                <a:sym typeface="Founders Grotesk"/>
              </a:rPr>
              <a:t>ni.com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F83A2D-0E5F-7B40-BF1F-3D292779DAF3}"/>
              </a:ext>
            </a:extLst>
          </p:cNvPr>
          <p:cNvGrpSpPr/>
          <p:nvPr userDrawn="1"/>
        </p:nvGrpSpPr>
        <p:grpSpPr>
          <a:xfrm flipH="1">
            <a:off x="241298" y="1892589"/>
            <a:ext cx="3311525" cy="2770223"/>
            <a:chOff x="143113" y="2095349"/>
            <a:chExt cx="3487500" cy="305468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21F0B2E-BAF6-AD4A-A455-4FE8E1153183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675865-3560-B746-8C16-5A7A468610C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383627-F26B-B34B-A423-8F78E7DA2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7BE3004C-2369-384D-9887-FA57DAAD47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8725" y="409502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7A6E3AF-75B3-BE47-899D-5ED34EA069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8725" y="4305730"/>
            <a:ext cx="2324100" cy="29190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83A2A97-1116-DF49-9F1A-0757A52C8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59649" y="697834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C8EE8CFB-20CE-754E-83B0-6B0F4FDD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59649" y="2216671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4FD18C8-831F-0B4F-AAA0-D62BCC063E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59649" y="2645700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ABEFE6F0-BCA9-324B-B281-0ECDFFE62E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59649" y="4246948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7A4F6431-7C8C-0D4E-9FB9-DD110EB8CC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9649" y="4675977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356B-A00E-BE47-970E-54D7E1C17F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125" y="1832300"/>
            <a:ext cx="3074988" cy="202222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kumimoji="0" lang="en-US" sz="1600" u="none" strike="noStrike" kern="1000" cap="none" spc="0" normalizeH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1800" dirty="0"/>
              <a:t>Place your quote here. Place your quote here. Place your quote here. Place your quote here.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157FBE-7B63-E241-ADFF-0846B465CFBA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98502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er Sto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076DD0A-2DE2-294B-A520-6268B2AE3359}"/>
              </a:ext>
            </a:extLst>
          </p:cNvPr>
          <p:cNvSpPr/>
          <p:nvPr userDrawn="1"/>
        </p:nvSpPr>
        <p:spPr>
          <a:xfrm>
            <a:off x="227414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3841CEA-524D-334B-886F-EADBA3DB3B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2206794"/>
            <a:ext cx="7905748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8AD20AE-58EE-794E-BF76-F37A9AB3F5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6602" y="2453991"/>
            <a:ext cx="7905748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86A67F-6951-894E-9250-E633CE00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600" y="3040466"/>
            <a:ext cx="7905735" cy="122708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6FA260E-52D6-6F44-8999-DB1C2AF2274E}"/>
              </a:ext>
            </a:extLst>
          </p:cNvPr>
          <p:cNvSpPr/>
          <p:nvPr userDrawn="1"/>
        </p:nvSpPr>
        <p:spPr>
          <a:xfrm rot="16200000" flipH="1">
            <a:off x="288649" y="3371775"/>
            <a:ext cx="1227085" cy="1315433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Picture Placeholder 31">
            <a:extLst>
              <a:ext uri="{FF2B5EF4-FFF2-40B4-BE49-F238E27FC236}">
                <a16:creationId xmlns:a16="http://schemas.microsoft.com/office/drawing/2014/main" id="{EF6A3635-BEB4-C946-9274-65FCAAC33CE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D4AA98-32E8-404F-8486-E2CC4F1EC576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C1AD95-F671-1943-84DD-2E6B7D3586E7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7" name="Image">
              <a:extLst>
                <a:ext uri="{FF2B5EF4-FFF2-40B4-BE49-F238E27FC236}">
                  <a16:creationId xmlns:a16="http://schemas.microsoft.com/office/drawing/2014/main" id="{B0A59DCE-C4DF-DD42-BF0A-5825E33E3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9F4E9-F009-FD48-8611-838F9005F0B8}"/>
              </a:ext>
            </a:extLst>
          </p:cNvPr>
          <p:cNvSpPr/>
          <p:nvPr userDrawn="1"/>
        </p:nvSpPr>
        <p:spPr>
          <a:xfrm>
            <a:off x="7353300" y="4900613"/>
            <a:ext cx="1289050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2168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1">
            <a:extLst>
              <a:ext uri="{FF2B5EF4-FFF2-40B4-BE49-F238E27FC236}">
                <a16:creationId xmlns:a16="http://schemas.microsoft.com/office/drawing/2014/main" id="{E8A6A484-84E1-9C4A-BE1B-218336379D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599" y="3132639"/>
            <a:ext cx="7905748" cy="10333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244475" y="2453991"/>
            <a:ext cx="8645525" cy="2189043"/>
            <a:chOff x="253999" y="256470"/>
            <a:chExt cx="9104950" cy="247233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2472337"/>
              <a:chOff x="701574" y="2423516"/>
              <a:chExt cx="2929039" cy="2472337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423516"/>
                <a:ext cx="0" cy="1086455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6175911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8238" y="4174746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8238" y="4385456"/>
            <a:ext cx="2324100" cy="20766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C31525-13D6-6647-85D8-3A22B819A073}"/>
              </a:ext>
            </a:extLst>
          </p:cNvPr>
          <p:cNvSpPr/>
          <p:nvPr userDrawn="1"/>
        </p:nvSpPr>
        <p:spPr>
          <a:xfrm>
            <a:off x="234906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7582ED6-B11E-2840-BC16-8AA5537775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599" y="2206794"/>
            <a:ext cx="7905739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DE98B-3528-A744-86A4-DCFFB9473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0" y="2453991"/>
            <a:ext cx="7905739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682D7F-A8E4-E647-824A-A3055BB67211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EFDE17-815B-C744-AB1E-F53555C77370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0" name="Image">
              <a:extLst>
                <a:ext uri="{FF2B5EF4-FFF2-40B4-BE49-F238E27FC236}">
                  <a16:creationId xmlns:a16="http://schemas.microsoft.com/office/drawing/2014/main" id="{2A4BE874-D293-184D-B0A4-EC203483EF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51B143D-8B50-E047-9C98-87A9D478C484}"/>
              </a:ext>
            </a:extLst>
          </p:cNvPr>
          <p:cNvSpPr/>
          <p:nvPr userDrawn="1"/>
        </p:nvSpPr>
        <p:spPr>
          <a:xfrm>
            <a:off x="7353300" y="4900613"/>
            <a:ext cx="1289050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78787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icture Placeholder 80">
            <a:extLst>
              <a:ext uri="{FF2B5EF4-FFF2-40B4-BE49-F238E27FC236}">
                <a16:creationId xmlns:a16="http://schemas.microsoft.com/office/drawing/2014/main" id="{AEE067B2-F4B1-2441-A56D-BD1587AB4B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5588" y="1023938"/>
            <a:ext cx="2538412" cy="3095625"/>
          </a:xfrm>
          <a:custGeom>
            <a:avLst/>
            <a:gdLst>
              <a:gd name="connsiteX0" fmla="*/ 453275 w 2538412"/>
              <a:gd name="connsiteY0" fmla="*/ 0 h 3095625"/>
              <a:gd name="connsiteX1" fmla="*/ 2538412 w 2538412"/>
              <a:gd name="connsiteY1" fmla="*/ 0 h 3095625"/>
              <a:gd name="connsiteX2" fmla="*/ 2538412 w 2538412"/>
              <a:gd name="connsiteY2" fmla="*/ 3095625 h 3095625"/>
              <a:gd name="connsiteX3" fmla="*/ 0 w 2538412"/>
              <a:gd name="connsiteY3" fmla="*/ 3095625 h 3095625"/>
              <a:gd name="connsiteX4" fmla="*/ 0 w 2538412"/>
              <a:gd name="connsiteY4" fmla="*/ 456411 h 3095625"/>
              <a:gd name="connsiteX5" fmla="*/ 453275 w 2538412"/>
              <a:gd name="connsiteY5" fmla="*/ 456411 h 309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8412" h="3095625">
                <a:moveTo>
                  <a:pt x="453275" y="0"/>
                </a:moveTo>
                <a:lnTo>
                  <a:pt x="2538412" y="0"/>
                </a:lnTo>
                <a:lnTo>
                  <a:pt x="2538412" y="3095625"/>
                </a:lnTo>
                <a:lnTo>
                  <a:pt x="0" y="3095625"/>
                </a:lnTo>
                <a:lnTo>
                  <a:pt x="0" y="456411"/>
                </a:lnTo>
                <a:lnTo>
                  <a:pt x="453275" y="4564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BA7A081F-361F-964E-B608-EEB95DB39FCD}"/>
              </a:ext>
            </a:extLst>
          </p:cNvPr>
          <p:cNvSpPr txBox="1">
            <a:spLocks/>
          </p:cNvSpPr>
          <p:nvPr userDrawn="1"/>
        </p:nvSpPr>
        <p:spPr>
          <a:xfrm>
            <a:off x="6604944" y="1024489"/>
            <a:ext cx="453919" cy="456412"/>
          </a:xfrm>
          <a:custGeom>
            <a:avLst/>
            <a:gdLst>
              <a:gd name="connsiteX0" fmla="*/ 0 w 453919"/>
              <a:gd name="connsiteY0" fmla="*/ 0 h 456412"/>
              <a:gd name="connsiteX1" fmla="*/ 453919 w 453919"/>
              <a:gd name="connsiteY1" fmla="*/ 0 h 456412"/>
              <a:gd name="connsiteX2" fmla="*/ 453919 w 453919"/>
              <a:gd name="connsiteY2" fmla="*/ 456412 h 456412"/>
              <a:gd name="connsiteX3" fmla="*/ 0 w 453919"/>
              <a:gd name="connsiteY3" fmla="*/ 456412 h 456412"/>
              <a:gd name="connsiteX4" fmla="*/ 0 w 453919"/>
              <a:gd name="connsiteY4" fmla="*/ 0 h 45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19" h="456412">
                <a:moveTo>
                  <a:pt x="0" y="0"/>
                </a:moveTo>
                <a:lnTo>
                  <a:pt x="453919" y="0"/>
                </a:lnTo>
                <a:lnTo>
                  <a:pt x="453919" y="456412"/>
                </a:lnTo>
                <a:lnTo>
                  <a:pt x="0" y="4564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lang="en-US" sz="1050" b="0" i="0" kern="1200" baseline="0">
                <a:solidFill>
                  <a:schemeClr val="tx2"/>
                </a:solidFill>
                <a:latin typeface="+mn-lt"/>
                <a:ea typeface="Arial" charset="0"/>
                <a:cs typeface="Arial" charset="0"/>
              </a:defRPr>
            </a:lvl1pPr>
            <a:lvl2pPr marL="274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2pPr>
            <a:lvl3pPr marL="5486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4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3pPr>
            <a:lvl4pPr marL="7315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 baseline="0">
                <a:solidFill>
                  <a:schemeClr val="bg2">
                    <a:lumMod val="25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5552" y="1024488"/>
            <a:ext cx="4357994" cy="24934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Place your quote here.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736600" y="0"/>
            <a:ext cx="4845050" cy="4656138"/>
            <a:chOff x="253999" y="256470"/>
            <a:chExt cx="5102517" cy="471840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9" name="Image">
            <a:extLst>
              <a:ext uri="{FF2B5EF4-FFF2-40B4-BE49-F238E27FC236}">
                <a16:creationId xmlns:a16="http://schemas.microsoft.com/office/drawing/2014/main" id="{7EECE47B-ED7F-EB4B-843D-632CB7B31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59451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9451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Pie 16">
            <a:extLst>
              <a:ext uri="{FF2B5EF4-FFF2-40B4-BE49-F238E27FC236}">
                <a16:creationId xmlns:a16="http://schemas.microsoft.com/office/drawing/2014/main" id="{2383DA36-5FB2-FB43-AD10-FBA5AF15162F}"/>
              </a:ext>
            </a:extLst>
          </p:cNvPr>
          <p:cNvSpPr>
            <a:spLocks/>
          </p:cNvSpPr>
          <p:nvPr userDrawn="1"/>
        </p:nvSpPr>
        <p:spPr>
          <a:xfrm rot="10800000">
            <a:off x="6604943" y="1023937"/>
            <a:ext cx="914400" cy="914400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AA637A-AE40-CE4E-8A53-2BB34CE324BF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47714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E0FFF-259D-7541-B009-9ABD6BC92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391EC18B-77FD-E646-BAFF-4053ABBC3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6ADDA8F-E27E-374C-BFFC-88BCD1003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8000" y="1639888"/>
            <a:ext cx="6619875" cy="18780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Place your quote here. Place your quote here. Place your quote here. Place your quote here.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CDCBC7D-2FD3-5E40-A27C-4980D3B6C8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73775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F48D7100-0AE2-3A4E-9283-6A64C2504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3775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5" name="Pie 24">
            <a:extLst>
              <a:ext uri="{FF2B5EF4-FFF2-40B4-BE49-F238E27FC236}">
                <a16:creationId xmlns:a16="http://schemas.microsoft.com/office/drawing/2014/main" id="{DE27984F-A390-7A4D-8818-586FDFF9AD90}"/>
              </a:ext>
            </a:extLst>
          </p:cNvPr>
          <p:cNvSpPr>
            <a:spLocks/>
          </p:cNvSpPr>
          <p:nvPr userDrawn="1"/>
        </p:nvSpPr>
        <p:spPr>
          <a:xfrm rot="10800000">
            <a:off x="1257300" y="946775"/>
            <a:ext cx="1042697" cy="1037068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6A340-CC30-A548-B829-F8A76D5BC185}"/>
              </a:ext>
            </a:extLst>
          </p:cNvPr>
          <p:cNvGrpSpPr/>
          <p:nvPr userDrawn="1"/>
        </p:nvGrpSpPr>
        <p:grpSpPr>
          <a:xfrm flipV="1">
            <a:off x="1251677" y="3273425"/>
            <a:ext cx="7146198" cy="1367600"/>
            <a:chOff x="254000" y="256470"/>
            <a:chExt cx="7525947" cy="138588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D4B5FE5-4627-9C46-8C76-9982691D2CDC}"/>
                </a:ext>
              </a:extLst>
            </p:cNvPr>
            <p:cNvGrpSpPr/>
            <p:nvPr userDrawn="1"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51F2E91-3DE3-FD49-AA63-74BD3FD5D9B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84DFD07-A88D-F249-ACD0-DA70CA9596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2E1F04-3951-1947-AD58-51F6B352260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4596909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350AA-AAE7-874B-8081-122892D305A1}"/>
              </a:ext>
            </a:extLst>
          </p:cNvPr>
          <p:cNvSpPr/>
          <p:nvPr userDrawn="1"/>
        </p:nvSpPr>
        <p:spPr>
          <a:xfrm>
            <a:off x="966952" y="4900613"/>
            <a:ext cx="1374596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7314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AB8D11-AD3A-4141-9F5A-7748DF9C74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3794" y="0"/>
            <a:ext cx="480206" cy="5143499"/>
          </a:xfrm>
          <a:prstGeom prst="rect">
            <a:avLst/>
          </a:prstGeom>
        </p:spPr>
      </p:pic>
      <p:pic>
        <p:nvPicPr>
          <p:cNvPr id="21" name="Picture Placeholder 4">
            <a:extLst>
              <a:ext uri="{FF2B5EF4-FFF2-40B4-BE49-F238E27FC236}">
                <a16:creationId xmlns:a16="http://schemas.microsoft.com/office/drawing/2014/main" id="{A0156F60-09B0-0440-9CDD-1AB031DB4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" y="10"/>
            <a:ext cx="3552805" cy="5143490"/>
          </a:xfrm>
          <a:custGeom>
            <a:avLst/>
            <a:gdLst>
              <a:gd name="connsiteX0" fmla="*/ 981076 w 3568700"/>
              <a:gd name="connsiteY0" fmla="*/ 0 h 5143500"/>
              <a:gd name="connsiteX1" fmla="*/ 3568700 w 3568700"/>
              <a:gd name="connsiteY1" fmla="*/ 0 h 5143500"/>
              <a:gd name="connsiteX2" fmla="*/ 3568700 w 3568700"/>
              <a:gd name="connsiteY2" fmla="*/ 5143500 h 5143500"/>
              <a:gd name="connsiteX3" fmla="*/ 0 w 3568700"/>
              <a:gd name="connsiteY3" fmla="*/ 5143500 h 5143500"/>
              <a:gd name="connsiteX4" fmla="*/ 0 w 3568700"/>
              <a:gd name="connsiteY4" fmla="*/ 828633 h 5143500"/>
              <a:gd name="connsiteX5" fmla="*/ 981076 w 3568700"/>
              <a:gd name="connsiteY5" fmla="*/ 82863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8700" h="5143500">
                <a:moveTo>
                  <a:pt x="981076" y="0"/>
                </a:moveTo>
                <a:lnTo>
                  <a:pt x="3568700" y="0"/>
                </a:lnTo>
                <a:lnTo>
                  <a:pt x="3568700" y="5143500"/>
                </a:lnTo>
                <a:lnTo>
                  <a:pt x="0" y="5143500"/>
                </a:lnTo>
                <a:lnTo>
                  <a:pt x="0" y="828633"/>
                </a:lnTo>
                <a:lnTo>
                  <a:pt x="981076" y="828633"/>
                </a:lnTo>
                <a:close/>
              </a:path>
            </a:pathLst>
          </a:cu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7ECE56-49A2-5A4A-B068-2B97BA448EFB}"/>
              </a:ext>
            </a:extLst>
          </p:cNvPr>
          <p:cNvSpPr/>
          <p:nvPr userDrawn="1"/>
        </p:nvSpPr>
        <p:spPr>
          <a:xfrm>
            <a:off x="-1" y="0"/>
            <a:ext cx="1013927" cy="84597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97299" y="1904533"/>
            <a:ext cx="4600576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7300" y="2683279"/>
            <a:ext cx="4600575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FAF2C5-DE31-2246-B9B9-FE60FD80BA4E}"/>
              </a:ext>
            </a:extLst>
          </p:cNvPr>
          <p:cNvCxnSpPr>
            <a:cxnSpLocks/>
          </p:cNvCxnSpPr>
          <p:nvPr userDrawn="1"/>
        </p:nvCxnSpPr>
        <p:spPr>
          <a:xfrm>
            <a:off x="5575300" y="259987"/>
            <a:ext cx="2334001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A461D489-B5A6-6845-9E0E-48291F78B396}"/>
              </a:ext>
            </a:extLst>
          </p:cNvPr>
          <p:cNvSpPr/>
          <p:nvPr userDrawn="1"/>
        </p:nvSpPr>
        <p:spPr>
          <a:xfrm flipH="1">
            <a:off x="3797299" y="259987"/>
            <a:ext cx="3033713" cy="2756933"/>
          </a:xfrm>
          <a:prstGeom prst="arc">
            <a:avLst/>
          </a:prstGeom>
          <a:ln w="12700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">
            <a:extLst>
              <a:ext uri="{FF2B5EF4-FFF2-40B4-BE49-F238E27FC236}">
                <a16:creationId xmlns:a16="http://schemas.microsoft.com/office/drawing/2014/main" id="{D42AA959-BD3F-204E-ADBF-55F5D2FA3A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D2953A-DC36-124D-B17E-9E5B78F05A8C}"/>
              </a:ext>
            </a:extLst>
          </p:cNvPr>
          <p:cNvSpPr/>
          <p:nvPr userDrawn="1"/>
        </p:nvSpPr>
        <p:spPr>
          <a:xfrm>
            <a:off x="7924800" y="148185"/>
            <a:ext cx="483407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460C-89AA-164B-8B2C-2C1DD561DB2D}"/>
              </a:ext>
            </a:extLst>
          </p:cNvPr>
          <p:cNvSpPr/>
          <p:nvPr userDrawn="1"/>
        </p:nvSpPr>
        <p:spPr>
          <a:xfrm>
            <a:off x="3797299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602451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>
            <a:off x="2" y="0"/>
            <a:ext cx="9143999" cy="51435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25650" y="1639888"/>
            <a:ext cx="5899150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25651" y="2913052"/>
            <a:ext cx="5899147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pic>
        <p:nvPicPr>
          <p:cNvPr id="8" name="Image">
            <a:extLst>
              <a:ext uri="{FF2B5EF4-FFF2-40B4-BE49-F238E27FC236}">
                <a16:creationId xmlns:a16="http://schemas.microsoft.com/office/drawing/2014/main" id="{FC4BF429-AECB-C64F-857D-520D598BC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C59983-8944-6449-B49C-B80D3A24BE2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B9460-3B49-1145-8F78-CC8FB2451C55}"/>
              </a:ext>
            </a:extLst>
          </p:cNvPr>
          <p:cNvSpPr/>
          <p:nvPr userDrawn="1"/>
        </p:nvSpPr>
        <p:spPr>
          <a:xfrm>
            <a:off x="2025650" y="4913022"/>
            <a:ext cx="152717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854816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047AFD8-289C-5540-8775-BB5FCC9F9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2B1A14B-492A-1F40-B7F5-C353024A1A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D5B481-564C-3D4E-9AE3-B01DACF3A020}"/>
              </a:ext>
            </a:extLst>
          </p:cNvPr>
          <p:cNvSpPr/>
          <p:nvPr userDrawn="1"/>
        </p:nvSpPr>
        <p:spPr>
          <a:xfrm>
            <a:off x="8486353" y="148185"/>
            <a:ext cx="416346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8AF5D9-45F3-364E-8D2A-1AED4F1C398B}"/>
              </a:ext>
            </a:extLst>
          </p:cNvPr>
          <p:cNvCxnSpPr>
            <a:cxnSpLocks/>
          </p:cNvCxnSpPr>
          <p:nvPr userDrawn="1"/>
        </p:nvCxnSpPr>
        <p:spPr>
          <a:xfrm>
            <a:off x="975711" y="259987"/>
            <a:ext cx="743168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4F56FE9-9A16-9246-A70C-C51B79919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710" y="1410870"/>
            <a:ext cx="7119665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BAD126-5E50-1C4F-92CA-FE968CF31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5711" y="2684034"/>
            <a:ext cx="7119662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1269606-5049-A349-A0F2-E7948820D3E3}"/>
              </a:ext>
            </a:extLst>
          </p:cNvPr>
          <p:cNvSpPr/>
          <p:nvPr userDrawn="1"/>
        </p:nvSpPr>
        <p:spPr>
          <a:xfrm flipV="1">
            <a:off x="2755014" y="-1113066"/>
            <a:ext cx="6117894" cy="5996579"/>
          </a:xfrm>
          <a:prstGeom prst="arc">
            <a:avLst/>
          </a:prstGeom>
          <a:ln w="127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43449-95D0-9A44-BA0B-1B5D728F9302}"/>
              </a:ext>
            </a:extLst>
          </p:cNvPr>
          <p:cNvSpPr/>
          <p:nvPr userDrawn="1"/>
        </p:nvSpPr>
        <p:spPr>
          <a:xfrm>
            <a:off x="975711" y="4913022"/>
            <a:ext cx="1049940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2549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Ba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21F88F-7476-BB48-935A-A515D14D8D6A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B0979B2-3789-3043-8C2E-7A66B16CA9D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2406B-2DC1-464A-8729-FD120EDE4F24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9987160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69" y="3422512"/>
            <a:ext cx="6362693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69" y="3757999"/>
            <a:ext cx="6362693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F7E467-5179-7442-8ED3-92CACCEE321D}"/>
              </a:ext>
            </a:extLst>
          </p:cNvPr>
          <p:cNvSpPr/>
          <p:nvPr userDrawn="1"/>
        </p:nvSpPr>
        <p:spPr>
          <a:xfrm>
            <a:off x="6969419" y="4900613"/>
            <a:ext cx="142845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13727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7E1DDE6A-90EE-CE48-B093-206401E78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36EDF4-DDBD-BB4C-A8E6-A0BC84894B55}"/>
              </a:ext>
            </a:extLst>
          </p:cNvPr>
          <p:cNvCxnSpPr/>
          <p:nvPr userDrawn="1"/>
        </p:nvCxnSpPr>
        <p:spPr>
          <a:xfrm flipV="1">
            <a:off x="8642350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296676-C70D-E54F-B809-B61D0D69A8E2}"/>
              </a:ext>
            </a:extLst>
          </p:cNvPr>
          <p:cNvCxnSpPr/>
          <p:nvPr userDrawn="1"/>
        </p:nvCxnSpPr>
        <p:spPr>
          <a:xfrm flipV="1">
            <a:off x="1773238" y="0"/>
            <a:ext cx="0" cy="514350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175" y="2202418"/>
            <a:ext cx="6362700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3170" y="1020049"/>
            <a:ext cx="6355274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930DE-DBFB-A84F-B61F-6BF579E13D9F}"/>
              </a:ext>
            </a:extLst>
          </p:cNvPr>
          <p:cNvSpPr/>
          <p:nvPr userDrawn="1"/>
        </p:nvSpPr>
        <p:spPr>
          <a:xfrm>
            <a:off x="246990" y="4667627"/>
            <a:ext cx="97855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64C512-F49B-A940-990A-98C924617D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317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660CF1-76A2-2D47-8E68-BDF20FA4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4317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2988D4-D1C1-1A41-8427-2DC3A0F252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0730" y="3422512"/>
            <a:ext cx="2940310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CF940C5-CE1A-6A44-BDAA-6603B2A849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0730" y="3757999"/>
            <a:ext cx="294031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tx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F21E6A-A5AE-2341-8A6F-AD565425B6D3}"/>
              </a:ext>
            </a:extLst>
          </p:cNvPr>
          <p:cNvSpPr/>
          <p:nvPr userDrawn="1"/>
        </p:nvSpPr>
        <p:spPr>
          <a:xfrm>
            <a:off x="6969419" y="4900613"/>
            <a:ext cx="142845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924776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4824894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4824896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E9388D-832D-6A4E-9671-D76EE2DAEB87}"/>
              </a:ext>
            </a:extLst>
          </p:cNvPr>
          <p:cNvSpPr/>
          <p:nvPr userDrawn="1"/>
        </p:nvSpPr>
        <p:spPr>
          <a:xfrm>
            <a:off x="7460479" y="4900613"/>
            <a:ext cx="142715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8767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5656CE9-0040-A34F-8C4D-2091C9CAA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50" y="0"/>
            <a:ext cx="282575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740" y="2415441"/>
            <a:ext cx="4824896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i="0" kern="1200" baseline="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0735" y="1235365"/>
            <a:ext cx="4819265" cy="99719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B56DA04-C94C-7D4C-850E-73A6ADC441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2741" y="3422512"/>
            <a:ext cx="2230469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12" name="Image">
            <a:extLst>
              <a:ext uri="{FF2B5EF4-FFF2-40B4-BE49-F238E27FC236}">
                <a16:creationId xmlns:a16="http://schemas.microsoft.com/office/drawing/2014/main" id="{7427F21E-3609-7943-AE05-8CAE39A3A8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D660A3-5027-7045-8F6D-B7A3E56EEF1E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8899CD4-D773-0A4B-A456-E6BBF46A3C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2740" y="3757999"/>
            <a:ext cx="2230470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2154EA-E8B3-AA44-A122-ED39A876F1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49575" y="3422512"/>
            <a:ext cx="2338061" cy="30777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D1A662-941F-1842-8AA2-C52D8699D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9574" y="3757999"/>
            <a:ext cx="2338061" cy="27699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200" spc="-40" dirty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50166C-A5CE-2343-8C78-56467B9E15D8}"/>
              </a:ext>
            </a:extLst>
          </p:cNvPr>
          <p:cNvSpPr/>
          <p:nvPr userDrawn="1"/>
        </p:nvSpPr>
        <p:spPr>
          <a:xfrm>
            <a:off x="7460479" y="4900613"/>
            <a:ext cx="142715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2413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and Update for ending or begi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58B4DC-CAF3-174A-83C6-A9EAE6D49A61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 rot="10800000" flipH="1">
            <a:off x="0" y="-4"/>
            <a:ext cx="9144001" cy="5143501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Graphic 4">
            <a:extLst>
              <a:ext uri="{FF2B5EF4-FFF2-40B4-BE49-F238E27FC236}">
                <a16:creationId xmlns:a16="http://schemas.microsoft.com/office/drawing/2014/main" id="{7501A2DC-C99D-5B49-99EF-FFB52ED4626F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2612164" y="1781945"/>
            <a:ext cx="4741136" cy="10220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7A4DBD-2BDA-0C46-958F-167DB8540946}"/>
              </a:ext>
            </a:extLst>
          </p:cNvPr>
          <p:cNvSpPr/>
          <p:nvPr userDrawn="1"/>
        </p:nvSpPr>
        <p:spPr>
          <a:xfrm>
            <a:off x="244475" y="4900613"/>
            <a:ext cx="145613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44194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1"/>
            <a:ext cx="3552825" cy="5143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600" y="829515"/>
            <a:ext cx="2446438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7300" y="829515"/>
            <a:ext cx="4599538" cy="1938992"/>
          </a:xfrm>
          <a:prstGeom prst="rect">
            <a:avLst/>
          </a:prstGeom>
        </p:spPr>
        <p:txBody>
          <a:bodyPr wrap="square"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600"/>
            </a:lvl1pPr>
          </a:lstStyle>
          <a:p>
            <a:pPr lvl="0"/>
            <a:r>
              <a:rPr lang="en-US" dirty="0"/>
              <a:t>Content Item 1</a:t>
            </a:r>
          </a:p>
          <a:p>
            <a:pPr lvl="0"/>
            <a:r>
              <a:rPr lang="en-US" dirty="0"/>
              <a:t>Content Item 2</a:t>
            </a:r>
          </a:p>
          <a:p>
            <a:pPr lvl="0"/>
            <a:r>
              <a:rPr lang="en-US" dirty="0"/>
              <a:t>Content Item 3</a:t>
            </a:r>
          </a:p>
          <a:p>
            <a:pPr lvl="0"/>
            <a:r>
              <a:rPr lang="en-US" dirty="0"/>
              <a:t>Content Item 4</a:t>
            </a:r>
          </a:p>
          <a:p>
            <a:pPr lvl="0"/>
            <a:r>
              <a:rPr lang="en-US" dirty="0"/>
              <a:t>Content Item 5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0A5EDD0-1CB4-2B41-A679-1B853092C7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4464" y="340219"/>
            <a:ext cx="460341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480955-08E5-A84E-A06C-1ADD27561CB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01A894-262B-F94E-8BD2-DA7CF9CA6D79}"/>
              </a:ext>
            </a:extLst>
          </p:cNvPr>
          <p:cNvGrpSpPr/>
          <p:nvPr userDrawn="1"/>
        </p:nvGrpSpPr>
        <p:grpSpPr>
          <a:xfrm>
            <a:off x="253999" y="259645"/>
            <a:ext cx="8143876" cy="4677479"/>
            <a:chOff x="253999" y="256470"/>
            <a:chExt cx="8143876" cy="46774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F92D2A-1D24-144F-8314-92BA0673621A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677479"/>
              <a:chOff x="701574" y="218374"/>
              <a:chExt cx="2929039" cy="4677479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B210C0D-B602-A941-AC72-7D0DC7F5AB19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873A4F4-1A51-6140-8C37-E56751AC762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18374"/>
                <a:ext cx="0" cy="329159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183967-A333-1248-9118-8BE4B63D9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6C4BB49-F13F-8A4F-8052-DA15D9A94E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3038" y="256470"/>
              <a:ext cx="521483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29" name="Image">
            <a:extLst>
              <a:ext uri="{FF2B5EF4-FFF2-40B4-BE49-F238E27FC236}">
                <a16:creationId xmlns:a16="http://schemas.microsoft.com/office/drawing/2014/main" id="{1966D446-3E01-7747-9494-656B03576F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4D42D5-1AF0-2D4A-BFFB-FF5776380CA4}"/>
              </a:ext>
            </a:extLst>
          </p:cNvPr>
          <p:cNvSpPr/>
          <p:nvPr userDrawn="1"/>
        </p:nvSpPr>
        <p:spPr>
          <a:xfrm>
            <a:off x="3806823" y="4900613"/>
            <a:ext cx="1474477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56236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8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4000" y="553250"/>
            <a:ext cx="8645525" cy="439338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4" y="1237676"/>
            <a:ext cx="8645525" cy="3662935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Content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7C327-B733-9742-BE10-94D2CD11F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482"/>
          <a:stretch/>
        </p:blipFill>
        <p:spPr>
          <a:xfrm rot="10800000">
            <a:off x="-1" y="-2"/>
            <a:ext cx="92209" cy="51434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690A9A6-50AD-F84E-8EEB-BD163CBAE5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D594AF-2224-CB4E-9915-D12ADFA92700}"/>
              </a:ext>
            </a:extLst>
          </p:cNvPr>
          <p:cNvSpPr/>
          <p:nvPr userDrawn="1"/>
        </p:nvSpPr>
        <p:spPr>
          <a:xfrm>
            <a:off x="244475" y="4900613"/>
            <a:ext cx="102711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639441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4DDF9-502B-294C-9E94-2378F0F98F2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4475" y="1405097"/>
            <a:ext cx="8654012" cy="349551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FBC184-1E82-5C47-AA7E-7E1233E49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4474" y="711561"/>
            <a:ext cx="8654012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7D35DFA-48F1-7F43-8BA6-4513D22BED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1389" y="340219"/>
            <a:ext cx="7641386" cy="1692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5CB91B-2897-ED46-B47F-C9C35DEBBEDD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F00B0E-AF84-6143-A95E-8133E56251EC}"/>
              </a:ext>
            </a:extLst>
          </p:cNvPr>
          <p:cNvSpPr/>
          <p:nvPr userDrawn="1"/>
        </p:nvSpPr>
        <p:spPr>
          <a:xfrm>
            <a:off x="244474" y="4900613"/>
            <a:ext cx="153352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1844215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al Layou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151689"/>
            <a:ext cx="7923048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9289-4849-8D48-9B33-6B70DF922FA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66788" y="845225"/>
            <a:ext cx="7918145" cy="4055388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pPr lvl="0"/>
            <a:r>
              <a:rPr lang="en-US" dirty="0"/>
              <a:t>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9BC10-73D0-6B48-BED2-4FC54EE94A4B}"/>
              </a:ext>
            </a:extLst>
          </p:cNvPr>
          <p:cNvSpPr/>
          <p:nvPr userDrawn="1"/>
        </p:nvSpPr>
        <p:spPr>
          <a:xfrm>
            <a:off x="246991" y="4667627"/>
            <a:ext cx="724560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D0EE1-B733-E44D-A4C7-2CD8C938DE28}"/>
              </a:ext>
            </a:extLst>
          </p:cNvPr>
          <p:cNvSpPr/>
          <p:nvPr userDrawn="1"/>
        </p:nvSpPr>
        <p:spPr>
          <a:xfrm>
            <a:off x="966952" y="4900613"/>
            <a:ext cx="1402622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6541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AE02A-694E-EA4A-8424-4BA5363E7B40}"/>
              </a:ext>
            </a:extLst>
          </p:cNvPr>
          <p:cNvSpPr/>
          <p:nvPr userDrawn="1"/>
        </p:nvSpPr>
        <p:spPr>
          <a:xfrm>
            <a:off x="244475" y="4900613"/>
            <a:ext cx="139631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6443519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62AF0F-3C4F-704D-BAB1-BDD0EDDB78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81580-C246-6D46-A232-81815BA42B5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02C0E-45B8-5849-90C9-1C9C6100C499}"/>
              </a:ext>
            </a:extLst>
          </p:cNvPr>
          <p:cNvSpPr/>
          <p:nvPr userDrawn="1"/>
        </p:nvSpPr>
        <p:spPr>
          <a:xfrm>
            <a:off x="244475" y="4900613"/>
            <a:ext cx="139631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5401068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499" y="1278431"/>
            <a:ext cx="7661275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09081-195A-6646-88ED-C88163046D61}"/>
              </a:ext>
            </a:extLst>
          </p:cNvPr>
          <p:cNvSpPr/>
          <p:nvPr userDrawn="1"/>
        </p:nvSpPr>
        <p:spPr>
          <a:xfrm>
            <a:off x="244475" y="4900613"/>
            <a:ext cx="139631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61219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1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36599" y="711561"/>
            <a:ext cx="7661275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499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71663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C304C6-F2A3-FE4C-917C-4F654B1413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499" y="340219"/>
            <a:ext cx="7661275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AD1011-073C-FC42-BB61-FFB3D9FD2DD4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FBF0E51-B095-2946-B9F9-6CC3B19EDC21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A3828-42DC-364C-AE26-9E236208FCE3}"/>
              </a:ext>
            </a:extLst>
          </p:cNvPr>
          <p:cNvSpPr/>
          <p:nvPr userDrawn="1"/>
        </p:nvSpPr>
        <p:spPr>
          <a:xfrm>
            <a:off x="244475" y="4900613"/>
            <a:ext cx="139631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51986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66952" y="1278431"/>
            <a:ext cx="7430923" cy="29751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473A60-D842-8041-AF7F-FBA6485D4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7018C19-9289-8747-AA02-5CC8ABFC6C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955421"/>
            <a:ext cx="3474720" cy="27432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5" name="Image">
            <a:extLst>
              <a:ext uri="{FF2B5EF4-FFF2-40B4-BE49-F238E27FC236}">
                <a16:creationId xmlns:a16="http://schemas.microsoft.com/office/drawing/2014/main" id="{B810EAB7-1B73-774A-98B9-52A96B505D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0A3163-457C-A44B-983A-F5976641164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12EB55-CAF1-B745-A8B8-69DBAEF78A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4132C-DA23-CF48-915B-BF200FBE561B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A8E48-1B62-2841-8269-4D0826EA053D}"/>
              </a:ext>
            </a:extLst>
          </p:cNvPr>
          <p:cNvSpPr/>
          <p:nvPr userDrawn="1"/>
        </p:nvSpPr>
        <p:spPr>
          <a:xfrm>
            <a:off x="966952" y="4900613"/>
            <a:ext cx="1374596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05772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6952" y="1503010"/>
            <a:ext cx="3502163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8B9D991-92B2-7541-A773-34C69566F2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3155" y="1515954"/>
            <a:ext cx="3474720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619FD15-00EC-4C49-B5E5-7ABDD2573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6952" y="711561"/>
            <a:ext cx="7430923" cy="4801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570E35-6FDD-4348-9FB0-B5B48333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6952" y="340219"/>
            <a:ext cx="7425822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72C15-2307-0E49-A587-65D3C4160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D3477284-2357-F24F-971B-02159D0288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80943D-BC1C-B847-9569-C2B8AA454C59}"/>
              </a:ext>
            </a:extLst>
          </p:cNvPr>
          <p:cNvCxnSpPr>
            <a:cxnSpLocks/>
          </p:cNvCxnSpPr>
          <p:nvPr userDrawn="1"/>
        </p:nvCxnSpPr>
        <p:spPr>
          <a:xfrm>
            <a:off x="952500" y="259987"/>
            <a:ext cx="74453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9BBB9-BB6E-EA4A-91BA-515E8808FE4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5B6750-E8B4-1946-B9F7-2E100BEDFCD0}"/>
              </a:ext>
            </a:extLst>
          </p:cNvPr>
          <p:cNvSpPr/>
          <p:nvPr userDrawn="1"/>
        </p:nvSpPr>
        <p:spPr>
          <a:xfrm>
            <a:off x="966952" y="4900613"/>
            <a:ext cx="1374596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79809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2E2B3-9BF0-1042-A313-B9BB422E1A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6899" y="1231201"/>
            <a:ext cx="615944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8" y="711561"/>
            <a:ext cx="61536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6898" y="1856140"/>
            <a:ext cx="6161037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716C47-908D-D74F-B6CA-344420A58A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32" name="Image">
            <a:extLst>
              <a:ext uri="{FF2B5EF4-FFF2-40B4-BE49-F238E27FC236}">
                <a16:creationId xmlns:a16="http://schemas.microsoft.com/office/drawing/2014/main" id="{A0349B96-D354-2E42-9CA0-0C84AB238E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5BDF0-C47A-644A-9BB3-D80DDDA7AB11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11567-DD40-5840-B632-1C6307D58DDC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DA3EE-23F3-F344-B383-57F2E10576C7}"/>
              </a:ext>
            </a:extLst>
          </p:cNvPr>
          <p:cNvSpPr/>
          <p:nvPr userDrawn="1"/>
        </p:nvSpPr>
        <p:spPr>
          <a:xfrm>
            <a:off x="2736898" y="4900613"/>
            <a:ext cx="141635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50755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on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25091" y="1506507"/>
            <a:ext cx="6167046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C48D4-4D70-7549-A6A0-74D47EA8F98F}"/>
              </a:ext>
            </a:extLst>
          </p:cNvPr>
          <p:cNvSpPr/>
          <p:nvPr userDrawn="1"/>
        </p:nvSpPr>
        <p:spPr>
          <a:xfrm>
            <a:off x="2033587" y="4660752"/>
            <a:ext cx="490537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/>
              <a:t>ni.com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4EDBC35-5703-ED48-A5D1-6FEB9AEA9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8489" y="340219"/>
            <a:ext cx="5659386" cy="1538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1445D0A4-2B94-C04A-B04A-9932C5E61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5650" y="252729"/>
            <a:ext cx="254000" cy="169312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FE6EF93-46C8-6A42-97B8-BE70A204E62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1773238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3B079713-D13B-DB4D-A0A3-4B69555AC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89" y="711561"/>
            <a:ext cx="6151512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FAB066-B8F6-DD4C-823D-95ADE8C5D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24" name="Image">
            <a:extLst>
              <a:ext uri="{FF2B5EF4-FFF2-40B4-BE49-F238E27FC236}">
                <a16:creationId xmlns:a16="http://schemas.microsoft.com/office/drawing/2014/main" id="{7FB7B301-4A9A-314A-BBF5-D6A297919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2FBDDF-A14B-BF45-B2E0-D8A4671E5CBF}"/>
              </a:ext>
            </a:extLst>
          </p:cNvPr>
          <p:cNvCxnSpPr>
            <a:cxnSpLocks/>
          </p:cNvCxnSpPr>
          <p:nvPr userDrawn="1"/>
        </p:nvCxnSpPr>
        <p:spPr>
          <a:xfrm>
            <a:off x="2736898" y="259987"/>
            <a:ext cx="5660977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DCA2B-60DA-4949-A417-120A7E39D605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7EA5B-8525-C246-A2BB-C98B7EF86884}"/>
              </a:ext>
            </a:extLst>
          </p:cNvPr>
          <p:cNvSpPr/>
          <p:nvPr userDrawn="1"/>
        </p:nvSpPr>
        <p:spPr>
          <a:xfrm>
            <a:off x="2736898" y="4900613"/>
            <a:ext cx="1416358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76799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5297" y="1231201"/>
            <a:ext cx="4401050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750" y="18561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0B760-6A25-6A48-BBB2-1773C040F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56291A7-B6F5-E24B-838D-1A2D7953BB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006D29-95ED-4C42-8356-98F21AE383A0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87143-B02B-2146-AE4A-B771C891E236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7CF111-3D00-2A4F-BF96-8A84BB878A49}"/>
              </a:ext>
            </a:extLst>
          </p:cNvPr>
          <p:cNvSpPr/>
          <p:nvPr userDrawn="1"/>
        </p:nvSpPr>
        <p:spPr>
          <a:xfrm>
            <a:off x="4495296" y="4900613"/>
            <a:ext cx="14013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33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wo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6886" y="711561"/>
            <a:ext cx="4401049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297" y="1502540"/>
            <a:ext cx="440218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899578E7-23DD-0B4C-93DA-0D4051412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776" y="0"/>
            <a:ext cx="3552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229DA8-0F6C-BB4E-B391-BB921034B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6" name="Image">
            <a:extLst>
              <a:ext uri="{FF2B5EF4-FFF2-40B4-BE49-F238E27FC236}">
                <a16:creationId xmlns:a16="http://schemas.microsoft.com/office/drawing/2014/main" id="{4A1E96AB-85B9-524C-AFCB-34983C4BCD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137542F-7CFD-7D46-923C-FBFA81939E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298" y="340219"/>
            <a:ext cx="3902578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6C6164-0C4F-BE45-A870-E93D69E7144E}"/>
              </a:ext>
            </a:extLst>
          </p:cNvPr>
          <p:cNvCxnSpPr>
            <a:cxnSpLocks/>
          </p:cNvCxnSpPr>
          <p:nvPr userDrawn="1"/>
        </p:nvCxnSpPr>
        <p:spPr>
          <a:xfrm>
            <a:off x="4495297" y="259987"/>
            <a:ext cx="3902578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E6FDA-4B6A-C84A-B72E-E9DB4B5E5DFE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4EE53-C8FB-214E-B343-84A518BC6FA1}"/>
              </a:ext>
            </a:extLst>
          </p:cNvPr>
          <p:cNvSpPr/>
          <p:nvPr userDrawn="1"/>
        </p:nvSpPr>
        <p:spPr>
          <a:xfrm>
            <a:off x="4495296" y="4900613"/>
            <a:ext cx="14013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957481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858BE9B-51E6-F84A-9648-A13FF30C54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9888" y="1231201"/>
            <a:ext cx="2626228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626227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0799" y="1856140"/>
            <a:ext cx="262690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AA1E8-554F-0944-8425-FFBCE3182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pic>
        <p:nvPicPr>
          <p:cNvPr id="15" name="Image">
            <a:extLst>
              <a:ext uri="{FF2B5EF4-FFF2-40B4-BE49-F238E27FC236}">
                <a16:creationId xmlns:a16="http://schemas.microsoft.com/office/drawing/2014/main" id="{C4A3EE5B-D545-6548-BB26-FBD79FED1C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7C9DD0-FCE3-5447-B6FD-C2061D4D7543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C01DBA1-E3BD-F846-A1B2-F4B1020066A2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BC76AA-E959-4A4E-95A1-70D5DFE8289F}"/>
              </a:ext>
            </a:extLst>
          </p:cNvPr>
          <p:cNvSpPr/>
          <p:nvPr userDrawn="1"/>
        </p:nvSpPr>
        <p:spPr>
          <a:xfrm>
            <a:off x="966951" y="4900613"/>
            <a:ext cx="1408779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34534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three column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3D3A975-61A8-EC4B-8011-05DB72584B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-3"/>
            <a:ext cx="736601" cy="514348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C36B71-499D-8E4E-91B7-32FFC11C8A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1477" y="1498582"/>
            <a:ext cx="2587295" cy="21544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923B94DB-01B6-3041-B7E4-04333DA22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31E5258-E0D8-1547-A5C1-F359267CCE9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07812" y="0"/>
            <a:ext cx="5330825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B53735B-7F31-A344-8B99-EEA0E20E1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1477" y="711561"/>
            <a:ext cx="2587295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14D33A-0B45-984B-B04E-FF7BDA27CF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1477" y="340219"/>
            <a:ext cx="2126167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B097F9-28E3-574B-B0E5-5746F63E5E70}"/>
              </a:ext>
            </a:extLst>
          </p:cNvPr>
          <p:cNvCxnSpPr>
            <a:cxnSpLocks/>
          </p:cNvCxnSpPr>
          <p:nvPr userDrawn="1"/>
        </p:nvCxnSpPr>
        <p:spPr>
          <a:xfrm>
            <a:off x="959888" y="259987"/>
            <a:ext cx="209232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27D53-93EB-674B-A6F2-15363FB558E0}"/>
              </a:ext>
            </a:extLst>
          </p:cNvPr>
          <p:cNvSpPr/>
          <p:nvPr userDrawn="1"/>
        </p:nvSpPr>
        <p:spPr>
          <a:xfrm>
            <a:off x="3109363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B8890-6658-7C43-BEDD-CF26F372D91A}"/>
              </a:ext>
            </a:extLst>
          </p:cNvPr>
          <p:cNvSpPr/>
          <p:nvPr userDrawn="1"/>
        </p:nvSpPr>
        <p:spPr>
          <a:xfrm>
            <a:off x="966951" y="4900613"/>
            <a:ext cx="1408779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654711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010A8C-51DA-E548-8EAF-301699457CEF}"/>
              </a:ext>
            </a:extLst>
          </p:cNvPr>
          <p:cNvSpPr/>
          <p:nvPr userDrawn="1"/>
        </p:nvSpPr>
        <p:spPr>
          <a:xfrm>
            <a:off x="492126" y="-1"/>
            <a:ext cx="4089607" cy="5143501"/>
          </a:xfrm>
          <a:prstGeom prst="rect">
            <a:avLst/>
          </a:prstGeom>
          <a:solidFill>
            <a:schemeClr val="tx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7854" y="711560"/>
            <a:ext cx="3324929" cy="86177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64BE38A-6CB5-5A45-95E9-F14E6DB4F3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5808" y="1932842"/>
            <a:ext cx="3324929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 smtClean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0565657-29C5-5D47-8C3D-E9781BFCCF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7855" y="340219"/>
            <a:ext cx="2544970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bg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0672F0B-2D5E-E840-93AA-7ABB4A9FC4C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29384" y="-2"/>
            <a:ext cx="4313317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24F6A8-44C2-814A-8B5F-3EFB65BFD77D}"/>
              </a:ext>
            </a:extLst>
          </p:cNvPr>
          <p:cNvSpPr/>
          <p:nvPr userDrawn="1"/>
        </p:nvSpPr>
        <p:spPr>
          <a:xfrm>
            <a:off x="4583033" y="-1"/>
            <a:ext cx="246351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E7CB54-733E-4A4B-B5E5-2CE112061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743001" cy="5143499"/>
          </a:xfrm>
          <a:prstGeom prst="rect">
            <a:avLst/>
          </a:prstGeom>
        </p:spPr>
      </p:pic>
      <p:pic>
        <p:nvPicPr>
          <p:cNvPr id="33" name="Image">
            <a:extLst>
              <a:ext uri="{FF2B5EF4-FFF2-40B4-BE49-F238E27FC236}">
                <a16:creationId xmlns:a16="http://schemas.microsoft.com/office/drawing/2014/main" id="{1BFA2E31-4FD1-DD41-977F-854A85DD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3604C3-4C9B-D54A-825E-49DAA169DC65}"/>
              </a:ext>
            </a:extLst>
          </p:cNvPr>
          <p:cNvCxnSpPr>
            <a:cxnSpLocks/>
          </p:cNvCxnSpPr>
          <p:nvPr userDrawn="1"/>
        </p:nvCxnSpPr>
        <p:spPr>
          <a:xfrm>
            <a:off x="1005809" y="259987"/>
            <a:ext cx="2826363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8065885-0DCF-A045-9ADA-E955330294D6}"/>
              </a:ext>
            </a:extLst>
          </p:cNvPr>
          <p:cNvSpPr/>
          <p:nvPr userDrawn="1"/>
        </p:nvSpPr>
        <p:spPr>
          <a:xfrm>
            <a:off x="3889322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2"/>
                </a:solidFill>
              </a:rPr>
              <a:t>ni.com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FE86A2-27C8-F147-ACDF-C66EEC39CCD5}"/>
              </a:ext>
            </a:extLst>
          </p:cNvPr>
          <p:cNvSpPr/>
          <p:nvPr userDrawn="1"/>
        </p:nvSpPr>
        <p:spPr>
          <a:xfrm>
            <a:off x="966951" y="4900613"/>
            <a:ext cx="1408779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74654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Custo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144823-72DE-2D4F-9D8C-0C21B10A35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F929-14FF-2B49-986E-D24BA07018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231942"/>
            <a:ext cx="3322566" cy="33855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585BE4E-10D4-D04D-B978-DE7B990B82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3590" y="711560"/>
            <a:ext cx="3314700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Heading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EC19153-B3A6-D045-9C5D-66D4AF5FE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09051"/>
            <a:ext cx="3306763" cy="18466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b="0" i="0" kern="1200" baseline="0" dirty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Body Copy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75A266-A475-664F-825C-760A21AB5335}"/>
              </a:ext>
            </a:extLst>
          </p:cNvPr>
          <p:cNvSpPr/>
          <p:nvPr userDrawn="1"/>
        </p:nvSpPr>
        <p:spPr>
          <a:xfrm>
            <a:off x="4085014" y="-1"/>
            <a:ext cx="239109" cy="5143501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FFE2ADD0-1055-FC4D-8D0B-E03C5ED71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6601" y="-1"/>
            <a:ext cx="3348412" cy="5143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97A924-0170-9946-8ADB-D1906A8CC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38" name="Image">
            <a:extLst>
              <a:ext uri="{FF2B5EF4-FFF2-40B4-BE49-F238E27FC236}">
                <a16:creationId xmlns:a16="http://schemas.microsoft.com/office/drawing/2014/main" id="{03453159-D837-E940-96DD-0B2E07F5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ACD669-CC8A-0843-9ADD-C3CB11F72A81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9987"/>
            <a:ext cx="38258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5BEA2-7FA2-6041-89A2-ECAF0BD563D3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652E8F-63A5-2F45-BA57-5F656436C87C}"/>
              </a:ext>
            </a:extLst>
          </p:cNvPr>
          <p:cNvSpPr/>
          <p:nvPr userDrawn="1"/>
        </p:nvSpPr>
        <p:spPr>
          <a:xfrm>
            <a:off x="4495296" y="4900613"/>
            <a:ext cx="139275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1740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8097A-F6BF-584E-9C47-5BC4A6E657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97300" y="0"/>
            <a:ext cx="3311525" cy="18816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87B2641-C808-1545-8430-0211D0684D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00476" y="2127436"/>
            <a:ext cx="3308350" cy="3016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431" y="-1"/>
            <a:ext cx="1790570" cy="29941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4F3BEFB-80A1-C34A-BE24-95E9E77257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4888" y="3273425"/>
            <a:ext cx="1790570" cy="1870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1" name="Image">
            <a:extLst>
              <a:ext uri="{FF2B5EF4-FFF2-40B4-BE49-F238E27FC236}">
                <a16:creationId xmlns:a16="http://schemas.microsoft.com/office/drawing/2014/main" id="{48B1FD06-0461-CD4B-BA18-DEF9E6300F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944049-D3AC-4A4A-916E-30E8CF00AD95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8E4D2-6C69-EC4C-A9F9-1BC2086CC09B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446005-27E5-DA47-B13E-5D47D8357B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6601" y="340219"/>
            <a:ext cx="2329679" cy="1693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3BB4AA9-9C4C-2143-9E9C-3DCBEF2309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5"/>
            <a:ext cx="3309936" cy="85212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Heading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Heading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BDB504-8131-DC43-85AE-727777E50CB0}"/>
              </a:ext>
            </a:extLst>
          </p:cNvPr>
          <p:cNvSpPr/>
          <p:nvPr userDrawn="1"/>
        </p:nvSpPr>
        <p:spPr>
          <a:xfrm>
            <a:off x="244474" y="4900613"/>
            <a:ext cx="14305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9575830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le Photos with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533EBD-56B4-EB44-850B-C79FB1998F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70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F628120-0A24-FD4A-A7BE-C0F319077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3123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D7635C8-85FE-924B-A1A3-F3ADFB0A44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1485" y="721403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9ED2B9A2-3748-DB45-9F2F-540D72E308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75704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C77C048-FF9C-AF4D-BAD6-DBCDB73B0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23123" y="2824187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BE0015C-3996-AB4D-BB10-42B891124E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01485" y="2829751"/>
            <a:ext cx="1871019" cy="18376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8A8AEA6-884D-5F49-B1CB-95001C38FC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2263073" cy="2769660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pic>
        <p:nvPicPr>
          <p:cNvPr id="26" name="Image">
            <a:extLst>
              <a:ext uri="{FF2B5EF4-FFF2-40B4-BE49-F238E27FC236}">
                <a16:creationId xmlns:a16="http://schemas.microsoft.com/office/drawing/2014/main" id="{39EA1AB9-512F-604E-B418-C4FABE8A6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8C59BA3-08AD-694C-9D90-62F73D0999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2889" y="721404"/>
            <a:ext cx="2278051" cy="852130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203F7-B12A-E649-A007-637DE01EA687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E7D81F0-0D3B-D546-A57B-157C18289620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8417AFA-FEC2-CF47-8CDA-CDBC7D6567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340219"/>
            <a:ext cx="7661274" cy="16931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637215-97D7-1B48-B36D-9189AE22DAE3}"/>
              </a:ext>
            </a:extLst>
          </p:cNvPr>
          <p:cNvSpPr/>
          <p:nvPr userDrawn="1"/>
        </p:nvSpPr>
        <p:spPr>
          <a:xfrm>
            <a:off x="244474" y="4900613"/>
            <a:ext cx="14305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44568426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er Story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50825"/>
            <a:ext cx="1038226" cy="1389064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6FD69E1-7FAE-1446-B229-E02F1904E0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59649" y="1892589"/>
            <a:ext cx="1038226" cy="1380836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A481285-85AF-124E-B497-1DB35DD28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59649" y="3513571"/>
            <a:ext cx="1038226" cy="1387042"/>
          </a:xfrm>
          <a:prstGeom prst="rect">
            <a:avLst/>
          </a:prstGeom>
        </p:spPr>
        <p:txBody>
          <a:bodyPr lIns="0" rIns="0"/>
          <a:lstStyle>
            <a:lvl1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Char char="•"/>
              <a:tabLst>
                <a:tab pos="182880" algn="l"/>
              </a:tabLst>
              <a:defRPr/>
            </a:pPr>
            <a:r>
              <a:rPr lang="en-US" dirty="0"/>
              <a:t>Bullets</a:t>
            </a:r>
          </a:p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324315" cy="16219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64D9CB4-A4F2-A545-810E-CD823A2570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858" y="1892136"/>
            <a:ext cx="3293442" cy="2684894"/>
          </a:xfrm>
          <a:prstGeom prst="rect">
            <a:avLst/>
          </a:prstGeom>
        </p:spPr>
        <p:txBody>
          <a:bodyPr lIns="0" tIns="0" r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Copy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4D6A23-C47D-3149-A982-A969EAFE9142}"/>
              </a:ext>
            </a:extLst>
          </p:cNvPr>
          <p:cNvSpPr/>
          <p:nvPr userDrawn="1"/>
        </p:nvSpPr>
        <p:spPr>
          <a:xfrm>
            <a:off x="244474" y="4900613"/>
            <a:ext cx="14305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36182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5B4D97-FB58-254F-89C6-62ECB2B5F6F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97298" y="0"/>
            <a:ext cx="330835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1299" y="711562"/>
            <a:ext cx="3325593" cy="861974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Customer Story</a:t>
            </a:r>
            <a:br>
              <a:rPr lang="en-US" dirty="0"/>
            </a:br>
            <a:r>
              <a:rPr lang="en-US" dirty="0"/>
              <a:t>Heading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2E9C8-CB26-FD4E-99E4-04293959E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8659811" y="-1"/>
            <a:ext cx="492126" cy="5143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8D2F38-8F39-ED47-A28C-F951932A0BFF}"/>
              </a:ext>
            </a:extLst>
          </p:cNvPr>
          <p:cNvSpPr/>
          <p:nvPr userDrawn="1"/>
        </p:nvSpPr>
        <p:spPr>
          <a:xfrm>
            <a:off x="7105650" y="-1"/>
            <a:ext cx="1546225" cy="514350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61F58D3-DE45-3449-8FB1-982D5CD9E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9649" y="268805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1CC4436-7A03-CC42-9FCB-9E86D5A513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965" y="340219"/>
            <a:ext cx="2245781" cy="15793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pic>
        <p:nvPicPr>
          <p:cNvPr id="38" name="Image">
            <a:extLst>
              <a:ext uri="{FF2B5EF4-FFF2-40B4-BE49-F238E27FC236}">
                <a16:creationId xmlns:a16="http://schemas.microsoft.com/office/drawing/2014/main" id="{CAF69B79-F069-9A4B-8F7F-00E6EF245F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6D3422-C15E-E843-909B-1EC359B68168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232968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6DDFC5-C819-024A-A53F-3335E014C363}"/>
              </a:ext>
            </a:extLst>
          </p:cNvPr>
          <p:cNvSpPr/>
          <p:nvPr userDrawn="1"/>
        </p:nvSpPr>
        <p:spPr>
          <a:xfrm>
            <a:off x="3123430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L="0" marR="0" lvl="0" indent="0" algn="r" defTabSz="309555" rtl="0" fontAlgn="auto" latinLnBrk="0" hangingPunct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-2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j-ea"/>
                <a:cs typeface="+mj-cs"/>
                <a:sym typeface="Founders Grotesk"/>
              </a:rPr>
              <a:t>ni.com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F83A2D-0E5F-7B40-BF1F-3D292779DAF3}"/>
              </a:ext>
            </a:extLst>
          </p:cNvPr>
          <p:cNvGrpSpPr/>
          <p:nvPr userDrawn="1"/>
        </p:nvGrpSpPr>
        <p:grpSpPr>
          <a:xfrm flipH="1">
            <a:off x="241298" y="1892589"/>
            <a:ext cx="3311525" cy="2770223"/>
            <a:chOff x="143113" y="2095349"/>
            <a:chExt cx="3487500" cy="305468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21F0B2E-BAF6-AD4A-A455-4FE8E1153183}"/>
                </a:ext>
              </a:extLst>
            </p:cNvPr>
            <p:cNvSpPr/>
            <p:nvPr/>
          </p:nvSpPr>
          <p:spPr>
            <a:xfrm rot="5400000">
              <a:off x="2245001" y="3764419"/>
              <a:ext cx="1385888" cy="1385335"/>
            </a:xfrm>
            <a:custGeom>
              <a:avLst/>
              <a:gdLst>
                <a:gd name="connsiteX0" fmla="*/ 5285 w 1514204"/>
                <a:gd name="connsiteY0" fmla="*/ 0 h 1513599"/>
                <a:gd name="connsiteX1" fmla="*/ 1514204 w 1514204"/>
                <a:gd name="connsiteY1" fmla="*/ 1509713 h 1513599"/>
                <a:gd name="connsiteX2" fmla="*/ 1514008 w 1514204"/>
                <a:gd name="connsiteY2" fmla="*/ 1513599 h 1513599"/>
                <a:gd name="connsiteX3" fmla="*/ 0 w 1514204"/>
                <a:gd name="connsiteY3" fmla="*/ 1513599 h 1513599"/>
                <a:gd name="connsiteX4" fmla="*/ 0 w 1514204"/>
                <a:gd name="connsiteY4" fmla="*/ 267 h 1513599"/>
                <a:gd name="connsiteX0" fmla="*/ 0 w 1514204"/>
                <a:gd name="connsiteY0" fmla="*/ 267 h 1543322"/>
                <a:gd name="connsiteX1" fmla="*/ 5285 w 1514204"/>
                <a:gd name="connsiteY1" fmla="*/ 0 h 1543322"/>
                <a:gd name="connsiteX2" fmla="*/ 1514204 w 1514204"/>
                <a:gd name="connsiteY2" fmla="*/ 1509713 h 1543322"/>
                <a:gd name="connsiteX3" fmla="*/ 1514008 w 1514204"/>
                <a:gd name="connsiteY3" fmla="*/ 1513599 h 1543322"/>
                <a:gd name="connsiteX4" fmla="*/ 29723 w 1514204"/>
                <a:gd name="connsiteY4" fmla="*/ 1543322 h 1543322"/>
                <a:gd name="connsiteX0" fmla="*/ 0 w 1514204"/>
                <a:gd name="connsiteY0" fmla="*/ 267 h 1513599"/>
                <a:gd name="connsiteX1" fmla="*/ 5285 w 1514204"/>
                <a:gd name="connsiteY1" fmla="*/ 0 h 1513599"/>
                <a:gd name="connsiteX2" fmla="*/ 1514204 w 1514204"/>
                <a:gd name="connsiteY2" fmla="*/ 1509713 h 1513599"/>
                <a:gd name="connsiteX3" fmla="*/ 1514008 w 1514204"/>
                <a:gd name="connsiteY3" fmla="*/ 1513599 h 151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04" h="1513599">
                  <a:moveTo>
                    <a:pt x="0" y="267"/>
                  </a:moveTo>
                  <a:lnTo>
                    <a:pt x="5285" y="0"/>
                  </a:lnTo>
                  <a:cubicBezTo>
                    <a:pt x="838638" y="0"/>
                    <a:pt x="1514204" y="675922"/>
                    <a:pt x="1514204" y="1509713"/>
                  </a:cubicBezTo>
                  <a:cubicBezTo>
                    <a:pt x="1514139" y="1511008"/>
                    <a:pt x="1514073" y="1512304"/>
                    <a:pt x="1514008" y="1513599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675865-3560-B746-8C16-5A7A468610C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3630613" y="2095349"/>
              <a:ext cx="0" cy="1668799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D383627-F26B-B34B-A423-8F78E7DA2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13" y="5150031"/>
              <a:ext cx="2102164" cy="0"/>
            </a:xfrm>
            <a:prstGeom prst="line">
              <a:avLst/>
            </a:prstGeom>
            <a:ln w="12700">
              <a:solidFill>
                <a:schemeClr val="tx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7BE3004C-2369-384D-9887-FA57DAAD47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8725" y="409502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7A6E3AF-75B3-BE47-899D-5ED34EA069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8725" y="4305730"/>
            <a:ext cx="2324100" cy="29190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83A2A97-1116-DF49-9F1A-0757A52C80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59649" y="697834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C8EE8CFB-20CE-754E-83B0-6B0F4FDD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59649" y="2216671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B4FD18C8-831F-0B4F-AAA0-D62BCC063E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59649" y="2645700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ABEFE6F0-BCA9-324B-B281-0ECDFFE62E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59649" y="4246948"/>
            <a:ext cx="1038226" cy="415864"/>
          </a:xfrm>
          <a:prstGeom prst="rect">
            <a:avLst/>
          </a:prstGeom>
        </p:spPr>
        <p:txBody>
          <a:bodyPr lIns="0" r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Tx/>
              <a:buNone/>
              <a:tabLst>
                <a:tab pos="182880" algn="l"/>
              </a:tabLst>
              <a:defRPr sz="32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7A4F6431-7C8C-0D4E-9FB9-DD110EB8CCC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9649" y="4675977"/>
            <a:ext cx="1038226" cy="237661"/>
          </a:xfrm>
          <a:prstGeom prst="rect">
            <a:avLst/>
          </a:prstGeom>
        </p:spPr>
        <p:txBody>
          <a:bodyPr lIns="0" rIns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  <a:defRPr sz="1100" spc="-30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INCREASE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356B-A00E-BE47-970E-54D7E1C17F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125" y="1832300"/>
            <a:ext cx="3074988" cy="202222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kumimoji="0" lang="en-US" sz="1600" u="none" strike="noStrike" kern="1000" cap="none" spc="0" normalizeH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sym typeface="Founders Grotesk"/>
              </a:defRPr>
            </a:lvl1pPr>
          </a:lstStyle>
          <a:p>
            <a:pPr lvl="0">
              <a:spcBef>
                <a:spcPct val="0"/>
              </a:spcBef>
              <a:buClrTx/>
              <a:buSzTx/>
              <a:buFontTx/>
              <a:tabLst/>
            </a:pPr>
            <a:r>
              <a:rPr lang="en-US" sz="1800" dirty="0"/>
              <a:t>Place your quote here. Place your quote here. Place your quote here. Place your quote here.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420069-AFD5-B847-B4F9-64838C001F79}"/>
              </a:ext>
            </a:extLst>
          </p:cNvPr>
          <p:cNvSpPr/>
          <p:nvPr userDrawn="1"/>
        </p:nvSpPr>
        <p:spPr>
          <a:xfrm>
            <a:off x="244474" y="4900613"/>
            <a:ext cx="1430501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551982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er Sto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076DD0A-2DE2-294B-A520-6268B2AE3359}"/>
              </a:ext>
            </a:extLst>
          </p:cNvPr>
          <p:cNvSpPr/>
          <p:nvPr userDrawn="1"/>
        </p:nvSpPr>
        <p:spPr>
          <a:xfrm>
            <a:off x="227414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3841CEA-524D-334B-886F-EADBA3DB3B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1" y="2206794"/>
            <a:ext cx="7905748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8AD20AE-58EE-794E-BF76-F37A9AB3F5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6602" y="2453991"/>
            <a:ext cx="7905748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A86A67F-6951-894E-9250-E633CE00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600" y="3040466"/>
            <a:ext cx="7905735" cy="122708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</a:lstStyle>
          <a:p>
            <a:pPr lvl="0"/>
            <a:r>
              <a:rPr lang="en-US" dirty="0"/>
              <a:t>Body Copy 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6FA260E-52D6-6F44-8999-DB1C2AF2274E}"/>
              </a:ext>
            </a:extLst>
          </p:cNvPr>
          <p:cNvSpPr/>
          <p:nvPr userDrawn="1"/>
        </p:nvSpPr>
        <p:spPr>
          <a:xfrm rot="16200000" flipH="1">
            <a:off x="288649" y="3371775"/>
            <a:ext cx="1227085" cy="1315433"/>
          </a:xfrm>
          <a:custGeom>
            <a:avLst/>
            <a:gdLst>
              <a:gd name="connsiteX0" fmla="*/ 5285 w 1514204"/>
              <a:gd name="connsiteY0" fmla="*/ 0 h 1513599"/>
              <a:gd name="connsiteX1" fmla="*/ 1514204 w 1514204"/>
              <a:gd name="connsiteY1" fmla="*/ 1509713 h 1513599"/>
              <a:gd name="connsiteX2" fmla="*/ 1514008 w 1514204"/>
              <a:gd name="connsiteY2" fmla="*/ 1513599 h 1513599"/>
              <a:gd name="connsiteX3" fmla="*/ 0 w 1514204"/>
              <a:gd name="connsiteY3" fmla="*/ 1513599 h 1513599"/>
              <a:gd name="connsiteX4" fmla="*/ 0 w 1514204"/>
              <a:gd name="connsiteY4" fmla="*/ 267 h 1513599"/>
              <a:gd name="connsiteX0" fmla="*/ 0 w 1514204"/>
              <a:gd name="connsiteY0" fmla="*/ 267 h 1543322"/>
              <a:gd name="connsiteX1" fmla="*/ 5285 w 1514204"/>
              <a:gd name="connsiteY1" fmla="*/ 0 h 1543322"/>
              <a:gd name="connsiteX2" fmla="*/ 1514204 w 1514204"/>
              <a:gd name="connsiteY2" fmla="*/ 1509713 h 1543322"/>
              <a:gd name="connsiteX3" fmla="*/ 1514008 w 1514204"/>
              <a:gd name="connsiteY3" fmla="*/ 1513599 h 1543322"/>
              <a:gd name="connsiteX4" fmla="*/ 29723 w 1514204"/>
              <a:gd name="connsiteY4" fmla="*/ 1543322 h 1543322"/>
              <a:gd name="connsiteX0" fmla="*/ 0 w 1514204"/>
              <a:gd name="connsiteY0" fmla="*/ 267 h 1513599"/>
              <a:gd name="connsiteX1" fmla="*/ 5285 w 1514204"/>
              <a:gd name="connsiteY1" fmla="*/ 0 h 1513599"/>
              <a:gd name="connsiteX2" fmla="*/ 1514204 w 1514204"/>
              <a:gd name="connsiteY2" fmla="*/ 1509713 h 1513599"/>
              <a:gd name="connsiteX3" fmla="*/ 1514008 w 1514204"/>
              <a:gd name="connsiteY3" fmla="*/ 1513599 h 151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204" h="1513599">
                <a:moveTo>
                  <a:pt x="0" y="267"/>
                </a:moveTo>
                <a:lnTo>
                  <a:pt x="5285" y="0"/>
                </a:lnTo>
                <a:cubicBezTo>
                  <a:pt x="838638" y="0"/>
                  <a:pt x="1514204" y="675922"/>
                  <a:pt x="1514204" y="1509713"/>
                </a:cubicBezTo>
                <a:cubicBezTo>
                  <a:pt x="1514139" y="1511008"/>
                  <a:pt x="1514073" y="1512304"/>
                  <a:pt x="1514008" y="1513599"/>
                </a:cubicBezTo>
              </a:path>
            </a:pathLst>
          </a:cu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Picture Placeholder 31">
            <a:extLst>
              <a:ext uri="{FF2B5EF4-FFF2-40B4-BE49-F238E27FC236}">
                <a16:creationId xmlns:a16="http://schemas.microsoft.com/office/drawing/2014/main" id="{EF6A3635-BEB4-C946-9274-65FCAAC33CE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D4AA98-32E8-404F-8486-E2CC4F1EC576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C1AD95-F671-1943-84DD-2E6B7D3586E7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7" name="Image">
              <a:extLst>
                <a:ext uri="{FF2B5EF4-FFF2-40B4-BE49-F238E27FC236}">
                  <a16:creationId xmlns:a16="http://schemas.microsoft.com/office/drawing/2014/main" id="{B0A59DCE-C4DF-DD42-BF0A-5825E33E3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9F4E9-F009-FD48-8611-838F9005F0B8}"/>
              </a:ext>
            </a:extLst>
          </p:cNvPr>
          <p:cNvSpPr/>
          <p:nvPr userDrawn="1"/>
        </p:nvSpPr>
        <p:spPr>
          <a:xfrm>
            <a:off x="7132320" y="4900612"/>
            <a:ext cx="1510030" cy="24288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63941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er Story With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1">
            <a:extLst>
              <a:ext uri="{FF2B5EF4-FFF2-40B4-BE49-F238E27FC236}">
                <a16:creationId xmlns:a16="http://schemas.microsoft.com/office/drawing/2014/main" id="{E8A6A484-84E1-9C4A-BE1B-218336379D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7493" y="0"/>
            <a:ext cx="9144001" cy="2113083"/>
          </a:xfrm>
          <a:custGeom>
            <a:avLst/>
            <a:gdLst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76757 w 9144001"/>
              <a:gd name="connsiteY3" fmla="*/ 83038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7493 w 9144001"/>
              <a:gd name="connsiteY2" fmla="*/ 830388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31208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61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144001"/>
              <a:gd name="connsiteY0" fmla="*/ 0 h 2571750"/>
              <a:gd name="connsiteX1" fmla="*/ 7493 w 9144001"/>
              <a:gd name="connsiteY1" fmla="*/ 0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8" fmla="*/ 0 w 9144001"/>
              <a:gd name="connsiteY8" fmla="*/ 0 h 2571750"/>
              <a:gd name="connsiteX0" fmla="*/ 0 w 9295255"/>
              <a:gd name="connsiteY0" fmla="*/ 1054308 h 2571750"/>
              <a:gd name="connsiteX1" fmla="*/ 158747 w 9295255"/>
              <a:gd name="connsiteY1" fmla="*/ 0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295255"/>
              <a:gd name="connsiteY0" fmla="*/ 1054308 h 2571750"/>
              <a:gd name="connsiteX1" fmla="*/ 289376 w 9295255"/>
              <a:gd name="connsiteY1" fmla="*/ 1891059 h 2571750"/>
              <a:gd name="connsiteX2" fmla="*/ 165622 w 9295255"/>
              <a:gd name="connsiteY2" fmla="*/ 1014474 h 2571750"/>
              <a:gd name="connsiteX3" fmla="*/ 1121136 w 9295255"/>
              <a:gd name="connsiteY3" fmla="*/ 1014474 h 2571750"/>
              <a:gd name="connsiteX4" fmla="*/ 1128011 w 9295255"/>
              <a:gd name="connsiteY4" fmla="*/ 0 h 2571750"/>
              <a:gd name="connsiteX5" fmla="*/ 9295255 w 9295255"/>
              <a:gd name="connsiteY5" fmla="*/ 0 h 2571750"/>
              <a:gd name="connsiteX6" fmla="*/ 9295255 w 9295255"/>
              <a:gd name="connsiteY6" fmla="*/ 2571750 h 2571750"/>
              <a:gd name="connsiteX7" fmla="*/ 151254 w 9295255"/>
              <a:gd name="connsiteY7" fmla="*/ 2571750 h 2571750"/>
              <a:gd name="connsiteX8" fmla="*/ 0 w 9295255"/>
              <a:gd name="connsiteY8" fmla="*/ 1054308 h 2571750"/>
              <a:gd name="connsiteX0" fmla="*/ 0 w 9144001"/>
              <a:gd name="connsiteY0" fmla="*/ 2571750 h 2571750"/>
              <a:gd name="connsiteX1" fmla="*/ 138122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69882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1148637 w 9144001"/>
              <a:gd name="connsiteY3" fmla="*/ 1031209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  <a:gd name="connsiteX0" fmla="*/ 0 w 9144001"/>
              <a:gd name="connsiteY0" fmla="*/ 2571750 h 2571750"/>
              <a:gd name="connsiteX1" fmla="*/ 618 w 9144001"/>
              <a:gd name="connsiteY1" fmla="*/ 1891059 h 2571750"/>
              <a:gd name="connsiteX2" fmla="*/ 14368 w 9144001"/>
              <a:gd name="connsiteY2" fmla="*/ 1014474 h 2571750"/>
              <a:gd name="connsiteX3" fmla="*/ 976757 w 9144001"/>
              <a:gd name="connsiteY3" fmla="*/ 1014474 h 2571750"/>
              <a:gd name="connsiteX4" fmla="*/ 976757 w 9144001"/>
              <a:gd name="connsiteY4" fmla="*/ 0 h 2571750"/>
              <a:gd name="connsiteX5" fmla="*/ 9144001 w 9144001"/>
              <a:gd name="connsiteY5" fmla="*/ 0 h 2571750"/>
              <a:gd name="connsiteX6" fmla="*/ 9144001 w 9144001"/>
              <a:gd name="connsiteY6" fmla="*/ 2571750 h 2571750"/>
              <a:gd name="connsiteX7" fmla="*/ 0 w 9144001"/>
              <a:gd name="connsiteY7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1" h="2571750">
                <a:moveTo>
                  <a:pt x="0" y="2571750"/>
                </a:moveTo>
                <a:lnTo>
                  <a:pt x="618" y="1891059"/>
                </a:lnTo>
                <a:cubicBezTo>
                  <a:pt x="2910" y="2229217"/>
                  <a:pt x="12076" y="676316"/>
                  <a:pt x="14368" y="1014474"/>
                </a:cubicBezTo>
                <a:lnTo>
                  <a:pt x="976757" y="1014474"/>
                </a:lnTo>
                <a:cubicBezTo>
                  <a:pt x="979049" y="670738"/>
                  <a:pt x="974465" y="343736"/>
                  <a:pt x="976757" y="0"/>
                </a:cubicBezTo>
                <a:lnTo>
                  <a:pt x="9144001" y="0"/>
                </a:lnTo>
                <a:lnTo>
                  <a:pt x="9144001" y="2571750"/>
                </a:lnTo>
                <a:lnTo>
                  <a:pt x="0" y="25717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6599" y="3132639"/>
            <a:ext cx="7905748" cy="103332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244475" y="2453991"/>
            <a:ext cx="8645525" cy="2189043"/>
            <a:chOff x="253999" y="256470"/>
            <a:chExt cx="9104950" cy="247233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2472337"/>
              <a:chOff x="701574" y="2423516"/>
              <a:chExt cx="2929039" cy="2472337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2423516"/>
                <a:ext cx="0" cy="1086455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6175911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8238" y="4174746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8238" y="4385456"/>
            <a:ext cx="2324100" cy="20766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C31525-13D6-6647-85D8-3A22B819A073}"/>
              </a:ext>
            </a:extLst>
          </p:cNvPr>
          <p:cNvSpPr/>
          <p:nvPr userDrawn="1"/>
        </p:nvSpPr>
        <p:spPr>
          <a:xfrm>
            <a:off x="234906" y="4667627"/>
            <a:ext cx="736644" cy="276999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/>
          <a:p>
            <a:pPr lvl="0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7582ED6-B11E-2840-BC16-8AA5537775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6599" y="2206794"/>
            <a:ext cx="7905739" cy="15348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b="0" i="0" kern="1200" spc="-40" baseline="0" dirty="0">
                <a:solidFill>
                  <a:schemeClr val="tx1"/>
                </a:solidFill>
                <a:latin typeface="Consolas" panose="020B0609020204030204" pitchFamily="49" charset="0"/>
                <a:ea typeface="Consolas" panose="020B0609020204030204" pitchFamily="49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Arial" panose="020B0604020202020204" pitchFamily="34" charset="0"/>
              <a:buNone/>
              <a:tabLst>
                <a:tab pos="182880" algn="l"/>
              </a:tabLst>
            </a:pPr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DE98B-3528-A744-86A4-DCFFB94733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6600" y="2453991"/>
            <a:ext cx="7905739" cy="47970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2800" kern="1000" spc="0" dirty="0">
                <a:latin typeface="+mj-lt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Customer Story Heading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682D7F-A8E4-E647-824A-A3055BB67211}"/>
              </a:ext>
            </a:extLst>
          </p:cNvPr>
          <p:cNvGrpSpPr/>
          <p:nvPr userDrawn="1"/>
        </p:nvGrpSpPr>
        <p:grpSpPr>
          <a:xfrm>
            <a:off x="0" y="0"/>
            <a:ext cx="976756" cy="830388"/>
            <a:chOff x="0" y="0"/>
            <a:chExt cx="976756" cy="83038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EFDE17-815B-C744-AB1E-F53555C77370}"/>
                </a:ext>
              </a:extLst>
            </p:cNvPr>
            <p:cNvSpPr/>
            <p:nvPr userDrawn="1"/>
          </p:nvSpPr>
          <p:spPr>
            <a:xfrm>
              <a:off x="0" y="0"/>
              <a:ext cx="976756" cy="830388"/>
            </a:xfrm>
            <a:prstGeom prst="rect">
              <a:avLst/>
            </a:prstGeom>
            <a:solidFill>
              <a:schemeClr val="tx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0" name="Image">
              <a:extLst>
                <a:ext uri="{FF2B5EF4-FFF2-40B4-BE49-F238E27FC236}">
                  <a16:creationId xmlns:a16="http://schemas.microsoft.com/office/drawing/2014/main" id="{2A4BE874-D293-184D-B0A4-EC203483EF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246990" y="250462"/>
              <a:ext cx="489607" cy="32763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6EE7F2F-2D8D-D64C-B129-A9469F739185}"/>
              </a:ext>
            </a:extLst>
          </p:cNvPr>
          <p:cNvSpPr/>
          <p:nvPr userDrawn="1"/>
        </p:nvSpPr>
        <p:spPr>
          <a:xfrm>
            <a:off x="7132320" y="4900612"/>
            <a:ext cx="1510030" cy="24288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540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icture Placeholder 80">
            <a:extLst>
              <a:ext uri="{FF2B5EF4-FFF2-40B4-BE49-F238E27FC236}">
                <a16:creationId xmlns:a16="http://schemas.microsoft.com/office/drawing/2014/main" id="{AEE067B2-F4B1-2441-A56D-BD1587AB4B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5588" y="1023938"/>
            <a:ext cx="2538412" cy="3095625"/>
          </a:xfrm>
          <a:custGeom>
            <a:avLst/>
            <a:gdLst>
              <a:gd name="connsiteX0" fmla="*/ 453275 w 2538412"/>
              <a:gd name="connsiteY0" fmla="*/ 0 h 3095625"/>
              <a:gd name="connsiteX1" fmla="*/ 2538412 w 2538412"/>
              <a:gd name="connsiteY1" fmla="*/ 0 h 3095625"/>
              <a:gd name="connsiteX2" fmla="*/ 2538412 w 2538412"/>
              <a:gd name="connsiteY2" fmla="*/ 3095625 h 3095625"/>
              <a:gd name="connsiteX3" fmla="*/ 0 w 2538412"/>
              <a:gd name="connsiteY3" fmla="*/ 3095625 h 3095625"/>
              <a:gd name="connsiteX4" fmla="*/ 0 w 2538412"/>
              <a:gd name="connsiteY4" fmla="*/ 456411 h 3095625"/>
              <a:gd name="connsiteX5" fmla="*/ 453275 w 2538412"/>
              <a:gd name="connsiteY5" fmla="*/ 456411 h 309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8412" h="3095625">
                <a:moveTo>
                  <a:pt x="453275" y="0"/>
                </a:moveTo>
                <a:lnTo>
                  <a:pt x="2538412" y="0"/>
                </a:lnTo>
                <a:lnTo>
                  <a:pt x="2538412" y="3095625"/>
                </a:lnTo>
                <a:lnTo>
                  <a:pt x="0" y="3095625"/>
                </a:lnTo>
                <a:lnTo>
                  <a:pt x="0" y="456411"/>
                </a:lnTo>
                <a:lnTo>
                  <a:pt x="453275" y="4564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BA7A081F-361F-964E-B608-EEB95DB39FCD}"/>
              </a:ext>
            </a:extLst>
          </p:cNvPr>
          <p:cNvSpPr txBox="1">
            <a:spLocks/>
          </p:cNvSpPr>
          <p:nvPr userDrawn="1"/>
        </p:nvSpPr>
        <p:spPr>
          <a:xfrm>
            <a:off x="6604944" y="1024489"/>
            <a:ext cx="453919" cy="456412"/>
          </a:xfrm>
          <a:custGeom>
            <a:avLst/>
            <a:gdLst>
              <a:gd name="connsiteX0" fmla="*/ 0 w 453919"/>
              <a:gd name="connsiteY0" fmla="*/ 0 h 456412"/>
              <a:gd name="connsiteX1" fmla="*/ 453919 w 453919"/>
              <a:gd name="connsiteY1" fmla="*/ 0 h 456412"/>
              <a:gd name="connsiteX2" fmla="*/ 453919 w 453919"/>
              <a:gd name="connsiteY2" fmla="*/ 456412 h 456412"/>
              <a:gd name="connsiteX3" fmla="*/ 0 w 453919"/>
              <a:gd name="connsiteY3" fmla="*/ 456412 h 456412"/>
              <a:gd name="connsiteX4" fmla="*/ 0 w 453919"/>
              <a:gd name="connsiteY4" fmla="*/ 0 h 45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19" h="456412">
                <a:moveTo>
                  <a:pt x="0" y="0"/>
                </a:moveTo>
                <a:lnTo>
                  <a:pt x="453919" y="0"/>
                </a:lnTo>
                <a:lnTo>
                  <a:pt x="453919" y="456412"/>
                </a:lnTo>
                <a:lnTo>
                  <a:pt x="0" y="4564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tabLst>
                <a:tab pos="182880" algn="l"/>
              </a:tabLst>
              <a:defRPr lang="en-US" sz="1050" b="0" i="0" kern="1200" baseline="0">
                <a:solidFill>
                  <a:schemeClr val="tx2"/>
                </a:solidFill>
                <a:latin typeface="+mn-lt"/>
                <a:ea typeface="Arial" charset="0"/>
                <a:cs typeface="Arial" charset="0"/>
              </a:defRPr>
            </a:lvl1pPr>
            <a:lvl2pPr marL="274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6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2pPr>
            <a:lvl3pPr marL="54864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4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3pPr>
            <a:lvl4pPr marL="7315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50000"/>
                </a:schemeClr>
              </a:buClr>
              <a:buSzPct val="70000"/>
              <a:buFont typeface="Wingdings" charset="2"/>
              <a:buNone/>
              <a:def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Univers LT Std 45 Light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 baseline="0">
                <a:solidFill>
                  <a:schemeClr val="bg2">
                    <a:lumMod val="25000"/>
                  </a:schemeClr>
                </a:solidFill>
                <a:latin typeface="Helvetica Neue Light" charset="0"/>
                <a:ea typeface="Helvetica Neue Light" charset="0"/>
                <a:cs typeface="Helvetica Neue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15260148-DF88-B840-90EE-0C47D3327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5552" y="1024488"/>
            <a:ext cx="4357994" cy="24934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Place your quote here. Place your quote here. Place your quote here. Place your quote here.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CC6AA5-C1EF-0548-9CE8-F9BF6B1A4B1D}"/>
              </a:ext>
            </a:extLst>
          </p:cNvPr>
          <p:cNvGrpSpPr/>
          <p:nvPr userDrawn="1"/>
        </p:nvGrpSpPr>
        <p:grpSpPr>
          <a:xfrm flipV="1">
            <a:off x="736600" y="0"/>
            <a:ext cx="4845050" cy="4656138"/>
            <a:chOff x="253999" y="256470"/>
            <a:chExt cx="5102517" cy="471840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9378DBA-50B5-3A48-8C5E-45B29DAB382E}"/>
                </a:ext>
              </a:extLst>
            </p:cNvPr>
            <p:cNvGrpSpPr/>
            <p:nvPr userDrawn="1"/>
          </p:nvGrpSpPr>
          <p:grpSpPr>
            <a:xfrm flipH="1" flipV="1">
              <a:off x="253999" y="256470"/>
              <a:ext cx="2929039" cy="4718401"/>
              <a:chOff x="701574" y="177452"/>
              <a:chExt cx="2929039" cy="4718401"/>
            </a:xfrm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989985E-5187-0949-8871-D63CF18A6327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073211-F272-8D4B-9561-18C82AF513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3630613" y="177452"/>
                <a:ext cx="0" cy="3332517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E9CB451-215A-024F-9057-56EAB4F18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78B1C9-CD78-C845-BDE3-22BDE7CDE97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2173478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9" name="Image">
            <a:extLst>
              <a:ext uri="{FF2B5EF4-FFF2-40B4-BE49-F238E27FC236}">
                <a16:creationId xmlns:a16="http://schemas.microsoft.com/office/drawing/2014/main" id="{7EECE47B-ED7F-EB4B-843D-632CB7B31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8471C3B6-5F99-5E48-8910-59FA055EC8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59451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CEE1B424-793B-AD4A-8311-9DB3016363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9451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 dirty="0"/>
              <a:t>POSITION AND COMPANY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Pie 16">
            <a:extLst>
              <a:ext uri="{FF2B5EF4-FFF2-40B4-BE49-F238E27FC236}">
                <a16:creationId xmlns:a16="http://schemas.microsoft.com/office/drawing/2014/main" id="{2383DA36-5FB2-FB43-AD10-FBA5AF15162F}"/>
              </a:ext>
            </a:extLst>
          </p:cNvPr>
          <p:cNvSpPr>
            <a:spLocks/>
          </p:cNvSpPr>
          <p:nvPr userDrawn="1"/>
        </p:nvSpPr>
        <p:spPr>
          <a:xfrm rot="10800000">
            <a:off x="6604943" y="1023937"/>
            <a:ext cx="914400" cy="914400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87663-D8BF-5C4C-B10D-68D879DB0BEE}"/>
              </a:ext>
            </a:extLst>
          </p:cNvPr>
          <p:cNvSpPr/>
          <p:nvPr userDrawn="1"/>
        </p:nvSpPr>
        <p:spPr>
          <a:xfrm>
            <a:off x="244474" y="4900613"/>
            <a:ext cx="1447557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82454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7A4E09E-5125-B74E-B554-E933BCBEC1B7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2B831-87DD-094C-8BF6-BADFCDF3267F}"/>
              </a:ext>
            </a:extLst>
          </p:cNvPr>
          <p:cNvSpPr txBox="1"/>
          <p:nvPr userDrawn="1"/>
        </p:nvSpPr>
        <p:spPr>
          <a:xfrm>
            <a:off x="-2175029" y="-1961965"/>
            <a:ext cx="0" cy="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endParaRPr lang="en-US" sz="11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E0FFF-259D-7541-B009-9ABD6BC92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1"/>
            <a:ext cx="736600" cy="5143499"/>
          </a:xfrm>
          <a:prstGeom prst="rect">
            <a:avLst/>
          </a:prstGeom>
        </p:spPr>
      </p:pic>
      <p:pic>
        <p:nvPicPr>
          <p:cNvPr id="19" name="Image">
            <a:extLst>
              <a:ext uri="{FF2B5EF4-FFF2-40B4-BE49-F238E27FC236}">
                <a16:creationId xmlns:a16="http://schemas.microsoft.com/office/drawing/2014/main" id="{391EC18B-77FD-E646-BAFF-4053ABBC3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6ADDA8F-E27E-374C-BFFC-88BCD1003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8000" y="1639888"/>
            <a:ext cx="6619875" cy="187801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Place your quote here. Place your quote here. Place your quote here. Place your quote here.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CDCBC7D-2FD3-5E40-A27C-4980D3B6C8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73775" y="3908300"/>
            <a:ext cx="2324100" cy="174304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1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F48D7100-0AE2-3A4E-9283-6A64C2504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3775" y="4119009"/>
            <a:ext cx="2324100" cy="387937"/>
          </a:xfrm>
          <a:prstGeom prst="rect">
            <a:avLst/>
          </a:prstGeom>
        </p:spPr>
        <p:txBody>
          <a:bodyPr lIns="0" tIns="0" rIns="0" bIns="0" anchor="t"/>
          <a:lstStyle>
            <a:lvl1pPr algn="r">
              <a:defRPr sz="1000" b="0" i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</a:lstStyle>
          <a:p>
            <a:pPr lvl="0"/>
            <a:r>
              <a:rPr lang="en-US"/>
              <a:t>POSITION AND COMPANY</a:t>
            </a:r>
          </a:p>
        </p:txBody>
      </p:sp>
      <p:sp>
        <p:nvSpPr>
          <p:cNvPr id="25" name="Pie 24">
            <a:extLst>
              <a:ext uri="{FF2B5EF4-FFF2-40B4-BE49-F238E27FC236}">
                <a16:creationId xmlns:a16="http://schemas.microsoft.com/office/drawing/2014/main" id="{DE27984F-A390-7A4D-8818-586FDFF9AD90}"/>
              </a:ext>
            </a:extLst>
          </p:cNvPr>
          <p:cNvSpPr>
            <a:spLocks/>
          </p:cNvSpPr>
          <p:nvPr userDrawn="1"/>
        </p:nvSpPr>
        <p:spPr>
          <a:xfrm rot="10800000">
            <a:off x="1257300" y="946775"/>
            <a:ext cx="1042697" cy="1037068"/>
          </a:xfrm>
          <a:prstGeom prst="pie">
            <a:avLst>
              <a:gd name="adj1" fmla="val 6048"/>
              <a:gd name="adj2" fmla="val 5412552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err="1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76A340-CC30-A548-B829-F8A76D5BC185}"/>
              </a:ext>
            </a:extLst>
          </p:cNvPr>
          <p:cNvGrpSpPr/>
          <p:nvPr userDrawn="1"/>
        </p:nvGrpSpPr>
        <p:grpSpPr>
          <a:xfrm flipV="1">
            <a:off x="1251677" y="3273425"/>
            <a:ext cx="7146198" cy="1367600"/>
            <a:chOff x="254000" y="256470"/>
            <a:chExt cx="7525947" cy="138588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D4B5FE5-4627-9C46-8C76-9982691D2CDC}"/>
                </a:ext>
              </a:extLst>
            </p:cNvPr>
            <p:cNvGrpSpPr/>
            <p:nvPr userDrawn="1"/>
          </p:nvGrpSpPr>
          <p:grpSpPr>
            <a:xfrm flipH="1" flipV="1">
              <a:off x="254000" y="256470"/>
              <a:ext cx="2929038" cy="1385888"/>
              <a:chOff x="701574" y="3509965"/>
              <a:chExt cx="2929038" cy="1385888"/>
            </a:xfrm>
          </p:grpSpPr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51F2E91-3DE3-FD49-AA63-74BD3FD5D9BD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84DFD07-A88D-F249-ACD0-DA70CA9596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2E1F04-3951-1947-AD58-51F6B352260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183038" y="256470"/>
              <a:ext cx="4596909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61EB1F2-F523-4540-BFE0-551DBE4D3C30}"/>
              </a:ext>
            </a:extLst>
          </p:cNvPr>
          <p:cNvSpPr/>
          <p:nvPr userDrawn="1"/>
        </p:nvSpPr>
        <p:spPr>
          <a:xfrm>
            <a:off x="966952" y="4900613"/>
            <a:ext cx="1374596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48352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AB8D11-AD3A-4141-9F5A-7748DF9C74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3794" y="0"/>
            <a:ext cx="480206" cy="5143499"/>
          </a:xfrm>
          <a:prstGeom prst="rect">
            <a:avLst/>
          </a:prstGeom>
        </p:spPr>
      </p:pic>
      <p:pic>
        <p:nvPicPr>
          <p:cNvPr id="21" name="Picture Placeholder 4">
            <a:extLst>
              <a:ext uri="{FF2B5EF4-FFF2-40B4-BE49-F238E27FC236}">
                <a16:creationId xmlns:a16="http://schemas.microsoft.com/office/drawing/2014/main" id="{A0156F60-09B0-0440-9CDD-1AB031DB4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7" y="10"/>
            <a:ext cx="3552805" cy="5143490"/>
          </a:xfrm>
          <a:custGeom>
            <a:avLst/>
            <a:gdLst>
              <a:gd name="connsiteX0" fmla="*/ 981076 w 3568700"/>
              <a:gd name="connsiteY0" fmla="*/ 0 h 5143500"/>
              <a:gd name="connsiteX1" fmla="*/ 3568700 w 3568700"/>
              <a:gd name="connsiteY1" fmla="*/ 0 h 5143500"/>
              <a:gd name="connsiteX2" fmla="*/ 3568700 w 3568700"/>
              <a:gd name="connsiteY2" fmla="*/ 5143500 h 5143500"/>
              <a:gd name="connsiteX3" fmla="*/ 0 w 3568700"/>
              <a:gd name="connsiteY3" fmla="*/ 5143500 h 5143500"/>
              <a:gd name="connsiteX4" fmla="*/ 0 w 3568700"/>
              <a:gd name="connsiteY4" fmla="*/ 828633 h 5143500"/>
              <a:gd name="connsiteX5" fmla="*/ 981076 w 3568700"/>
              <a:gd name="connsiteY5" fmla="*/ 82863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8700" h="5143500">
                <a:moveTo>
                  <a:pt x="981076" y="0"/>
                </a:moveTo>
                <a:lnTo>
                  <a:pt x="3568700" y="0"/>
                </a:lnTo>
                <a:lnTo>
                  <a:pt x="3568700" y="5143500"/>
                </a:lnTo>
                <a:lnTo>
                  <a:pt x="0" y="5143500"/>
                </a:lnTo>
                <a:lnTo>
                  <a:pt x="0" y="828633"/>
                </a:lnTo>
                <a:lnTo>
                  <a:pt x="981076" y="828633"/>
                </a:lnTo>
                <a:close/>
              </a:path>
            </a:pathLst>
          </a:cu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7ECE56-49A2-5A4A-B068-2B97BA448EFB}"/>
              </a:ext>
            </a:extLst>
          </p:cNvPr>
          <p:cNvSpPr/>
          <p:nvPr userDrawn="1"/>
        </p:nvSpPr>
        <p:spPr>
          <a:xfrm>
            <a:off x="-1" y="0"/>
            <a:ext cx="1013927" cy="84597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97299" y="1904533"/>
            <a:ext cx="4600576" cy="590931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7300" y="2683279"/>
            <a:ext cx="4600575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FAF2C5-DE31-2246-B9B9-FE60FD80BA4E}"/>
              </a:ext>
            </a:extLst>
          </p:cNvPr>
          <p:cNvCxnSpPr>
            <a:cxnSpLocks/>
          </p:cNvCxnSpPr>
          <p:nvPr userDrawn="1"/>
        </p:nvCxnSpPr>
        <p:spPr>
          <a:xfrm>
            <a:off x="5575300" y="259987"/>
            <a:ext cx="2334001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A461D489-B5A6-6845-9E0E-48291F78B396}"/>
              </a:ext>
            </a:extLst>
          </p:cNvPr>
          <p:cNvSpPr/>
          <p:nvPr userDrawn="1"/>
        </p:nvSpPr>
        <p:spPr>
          <a:xfrm flipH="1">
            <a:off x="3797299" y="259987"/>
            <a:ext cx="3033713" cy="2756933"/>
          </a:xfrm>
          <a:prstGeom prst="arc">
            <a:avLst/>
          </a:prstGeom>
          <a:ln w="12700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">
            <a:extLst>
              <a:ext uri="{FF2B5EF4-FFF2-40B4-BE49-F238E27FC236}">
                <a16:creationId xmlns:a16="http://schemas.microsoft.com/office/drawing/2014/main" id="{D42AA959-BD3F-204E-ADBF-55F5D2FA3A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D2953A-DC36-124D-B17E-9E5B78F05A8C}"/>
              </a:ext>
            </a:extLst>
          </p:cNvPr>
          <p:cNvSpPr/>
          <p:nvPr userDrawn="1"/>
        </p:nvSpPr>
        <p:spPr>
          <a:xfrm>
            <a:off x="7924800" y="148185"/>
            <a:ext cx="483407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460C-89AA-164B-8B2C-2C1DD561DB2D}"/>
              </a:ext>
            </a:extLst>
          </p:cNvPr>
          <p:cNvSpPr/>
          <p:nvPr userDrawn="1"/>
        </p:nvSpPr>
        <p:spPr>
          <a:xfrm>
            <a:off x="3797298" y="4900612"/>
            <a:ext cx="1589885" cy="24288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9442870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4318A853-BC17-0E4F-BD5F-6054F35EDA2B}"/>
              </a:ext>
            </a:extLst>
          </p:cNvPr>
          <p:cNvSpPr/>
          <p:nvPr userDrawn="1"/>
        </p:nvSpPr>
        <p:spPr>
          <a:xfrm>
            <a:off x="2" y="0"/>
            <a:ext cx="9143999" cy="5143500"/>
          </a:xfrm>
          <a:custGeom>
            <a:avLst/>
            <a:gdLst>
              <a:gd name="connsiteX0" fmla="*/ 5208134 w 9143999"/>
              <a:gd name="connsiteY0" fmla="*/ 0 h 5143500"/>
              <a:gd name="connsiteX1" fmla="*/ 5208136 w 9143999"/>
              <a:gd name="connsiteY1" fmla="*/ 0 h 5143500"/>
              <a:gd name="connsiteX2" fmla="*/ 9143999 w 9143999"/>
              <a:gd name="connsiteY2" fmla="*/ 0 h 5143500"/>
              <a:gd name="connsiteX3" fmla="*/ 9143999 w 9143999"/>
              <a:gd name="connsiteY3" fmla="*/ 5143500 h 5143500"/>
              <a:gd name="connsiteX4" fmla="*/ 5208136 w 9143999"/>
              <a:gd name="connsiteY4" fmla="*/ 5143500 h 5143500"/>
              <a:gd name="connsiteX5" fmla="*/ 0 w 9143999"/>
              <a:gd name="connsiteY5" fmla="*/ 5143500 h 5143500"/>
              <a:gd name="connsiteX6" fmla="*/ 5208134 w 9143999"/>
              <a:gd name="connsiteY6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3999" h="5143500">
                <a:moveTo>
                  <a:pt x="5208134" y="0"/>
                </a:moveTo>
                <a:lnTo>
                  <a:pt x="5208136" y="0"/>
                </a:lnTo>
                <a:lnTo>
                  <a:pt x="9143999" y="0"/>
                </a:lnTo>
                <a:lnTo>
                  <a:pt x="9143999" y="5143500"/>
                </a:lnTo>
                <a:lnTo>
                  <a:pt x="5208136" y="5143500"/>
                </a:lnTo>
                <a:lnTo>
                  <a:pt x="0" y="5143500"/>
                </a:lnTo>
                <a:cubicBezTo>
                  <a:pt x="0" y="2302825"/>
                  <a:pt x="2331762" y="0"/>
                  <a:pt x="5208134" y="0"/>
                </a:cubicBezTo>
                <a:close/>
              </a:path>
            </a:pathLst>
          </a:cu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25650" y="1639888"/>
            <a:ext cx="5899150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25651" y="2913052"/>
            <a:ext cx="5899147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pic>
        <p:nvPicPr>
          <p:cNvPr id="8" name="Image">
            <a:extLst>
              <a:ext uri="{FF2B5EF4-FFF2-40B4-BE49-F238E27FC236}">
                <a16:creationId xmlns:a16="http://schemas.microsoft.com/office/drawing/2014/main" id="{FC4BF429-AECB-C64F-857D-520D598BC9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6990" y="250462"/>
            <a:ext cx="489607" cy="32763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C59983-8944-6449-B49C-B80D3A24BE2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B9460-3B49-1145-8F78-CC8FB2451C55}"/>
              </a:ext>
            </a:extLst>
          </p:cNvPr>
          <p:cNvSpPr/>
          <p:nvPr userDrawn="1"/>
        </p:nvSpPr>
        <p:spPr>
          <a:xfrm>
            <a:off x="2025650" y="4913022"/>
            <a:ext cx="1527175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1244710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047AFD8-289C-5540-8775-BB5FCC9F90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736600" cy="5143499"/>
          </a:xfrm>
          <a:prstGeom prst="rect">
            <a:avLst/>
          </a:prstGeom>
        </p:spPr>
      </p:pic>
      <p:pic>
        <p:nvPicPr>
          <p:cNvPr id="17" name="Image">
            <a:extLst>
              <a:ext uri="{FF2B5EF4-FFF2-40B4-BE49-F238E27FC236}">
                <a16:creationId xmlns:a16="http://schemas.microsoft.com/office/drawing/2014/main" id="{42B1A14B-492A-1F40-B7F5-C353024A1A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9987"/>
            <a:ext cx="253016" cy="169312"/>
          </a:xfrm>
          <a:prstGeom prst="rect">
            <a:avLst/>
          </a:prstGeom>
          <a:ln w="12700">
            <a:miter lim="400000"/>
          </a:ln>
          <a:effectLst>
            <a:outerShdw blurRad="63500" algn="ctr" rotWithShape="0">
              <a:schemeClr val="tx1">
                <a:alpha val="40000"/>
              </a:scheme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D5B481-564C-3D4E-9AE3-B01DACF3A020}"/>
              </a:ext>
            </a:extLst>
          </p:cNvPr>
          <p:cNvSpPr/>
          <p:nvPr userDrawn="1"/>
        </p:nvSpPr>
        <p:spPr>
          <a:xfrm>
            <a:off x="8486353" y="148185"/>
            <a:ext cx="416346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bg1"/>
                </a:solidFill>
              </a:rPr>
              <a:t>ni.com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8AF5D9-45F3-364E-8D2A-1AED4F1C398B}"/>
              </a:ext>
            </a:extLst>
          </p:cNvPr>
          <p:cNvCxnSpPr>
            <a:cxnSpLocks/>
          </p:cNvCxnSpPr>
          <p:nvPr userDrawn="1"/>
        </p:nvCxnSpPr>
        <p:spPr>
          <a:xfrm>
            <a:off x="975711" y="259987"/>
            <a:ext cx="7431688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4F56FE9-9A16-9246-A70C-C51B79919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710" y="1410870"/>
            <a:ext cx="7119665" cy="1089529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BAD126-5E50-1C4F-92CA-FE968CF31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5711" y="2684034"/>
            <a:ext cx="7119662" cy="369332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1000"/>
              </a:spcBef>
              <a:buClrTx/>
              <a:buSzTx/>
              <a:buFont typeface="Arial"/>
              <a:tabLst/>
            </a:pPr>
            <a:r>
              <a:rPr lang="en-US" dirty="0"/>
              <a:t>Subhead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1269606-5049-A349-A0F2-E7948820D3E3}"/>
              </a:ext>
            </a:extLst>
          </p:cNvPr>
          <p:cNvSpPr/>
          <p:nvPr userDrawn="1"/>
        </p:nvSpPr>
        <p:spPr>
          <a:xfrm flipV="1">
            <a:off x="2755014" y="-1113066"/>
            <a:ext cx="6117894" cy="5996579"/>
          </a:xfrm>
          <a:prstGeom prst="arc">
            <a:avLst/>
          </a:prstGeom>
          <a:ln w="127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43449-95D0-9A44-BA0B-1B5D728F9302}"/>
              </a:ext>
            </a:extLst>
          </p:cNvPr>
          <p:cNvSpPr/>
          <p:nvPr userDrawn="1"/>
        </p:nvSpPr>
        <p:spPr>
          <a:xfrm>
            <a:off x="975711" y="4913022"/>
            <a:ext cx="1488520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647287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 for Ba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475" y="258884"/>
            <a:ext cx="253016" cy="169311"/>
          </a:xfrm>
          <a:prstGeom prst="rect">
            <a:avLst/>
          </a:prstGeom>
          <a:ln w="12700">
            <a:miter lim="400000"/>
          </a:ln>
          <a:effectLst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21F88F-7476-BB48-935A-A515D14D8D6A}"/>
              </a:ext>
            </a:extLst>
          </p:cNvPr>
          <p:cNvCxnSpPr>
            <a:cxnSpLocks/>
          </p:cNvCxnSpPr>
          <p:nvPr userDrawn="1"/>
        </p:nvCxnSpPr>
        <p:spPr>
          <a:xfrm>
            <a:off x="736600" y="259987"/>
            <a:ext cx="7661275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B0979B2-3789-3043-8C2E-7A66B16CA9DF}"/>
              </a:ext>
            </a:extLst>
          </p:cNvPr>
          <p:cNvSpPr/>
          <p:nvPr userDrawn="1"/>
        </p:nvSpPr>
        <p:spPr>
          <a:xfrm>
            <a:off x="8455025" y="148185"/>
            <a:ext cx="443462" cy="18349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000" spc="-20" baseline="0" dirty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2406B-2DC1-464A-8729-FD120EDE4F24}"/>
              </a:ext>
            </a:extLst>
          </p:cNvPr>
          <p:cNvSpPr/>
          <p:nvPr userDrawn="1"/>
        </p:nvSpPr>
        <p:spPr>
          <a:xfrm>
            <a:off x="244474" y="4900613"/>
            <a:ext cx="1506833" cy="24288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1635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5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67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8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97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34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29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9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31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Relationship Id="rId30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83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4" r:id="rId1"/>
    <p:sldLayoutId id="2147484480" r:id="rId2"/>
    <p:sldLayoutId id="2147484482" r:id="rId3"/>
    <p:sldLayoutId id="2147484057" r:id="rId4"/>
    <p:sldLayoutId id="2147484384" r:id="rId5"/>
    <p:sldLayoutId id="2147484163" r:id="rId6"/>
    <p:sldLayoutId id="2147484635" r:id="rId7"/>
    <p:sldLayoutId id="2147484637" r:id="rId8"/>
    <p:sldLayoutId id="2147484636" r:id="rId9"/>
    <p:sldLayoutId id="2147484348" r:id="rId10"/>
    <p:sldLayoutId id="2147484350" r:id="rId11"/>
    <p:sldLayoutId id="2147484442" r:id="rId12"/>
    <p:sldLayoutId id="2147484351" r:id="rId13"/>
    <p:sldLayoutId id="2147484122" r:id="rId14"/>
    <p:sldLayoutId id="2147484349" r:id="rId15"/>
    <p:sldLayoutId id="2147484247" r:id="rId16"/>
    <p:sldLayoutId id="2147484139" r:id="rId17"/>
    <p:sldLayoutId id="2147484352" r:id="rId18"/>
    <p:sldLayoutId id="2147484353" r:id="rId19"/>
    <p:sldLayoutId id="2147484354" r:id="rId20"/>
    <p:sldLayoutId id="2147484355" r:id="rId21"/>
    <p:sldLayoutId id="2147484440" r:id="rId22"/>
    <p:sldLayoutId id="2147484441" r:id="rId23"/>
    <p:sldLayoutId id="2147484040" r:id="rId24"/>
    <p:sldLayoutId id="2147484041" r:id="rId25"/>
    <p:sldLayoutId id="2147484042" r:id="rId26"/>
    <p:sldLayoutId id="2147484562" r:id="rId27"/>
    <p:sldLayoutId id="2147484559" r:id="rId28"/>
    <p:sldLayoutId id="2147484560" r:id="rId29"/>
    <p:sldLayoutId id="2147484561" r:id="rId30"/>
    <p:sldLayoutId id="2147484566" r:id="rId31"/>
    <p:sldLayoutId id="2147484380" r:id="rId32"/>
    <p:sldLayoutId id="2147484381" r:id="rId33"/>
    <p:sldLayoutId id="2147484382" r:id="rId34"/>
    <p:sldLayoutId id="2147484410" r:id="rId35"/>
    <p:sldLayoutId id="2147484565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000" spc="0" baseline="0">
          <a:solidFill>
            <a:schemeClr val="tx2"/>
          </a:solidFill>
          <a:latin typeface="+mj-lt"/>
          <a:ea typeface="Arial" charset="0"/>
          <a:cs typeface="Arial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bg2">
            <a:lumMod val="50000"/>
          </a:schemeClr>
        </a:buClr>
        <a:buSzPct val="70000"/>
        <a:buFont typeface="Wingdings" charset="2"/>
        <a:buNone/>
        <a:tabLst>
          <a:tab pos="182880" algn="l"/>
        </a:tabLst>
        <a:defRPr lang="en-US" sz="1800" b="0" i="0" kern="1200" baseline="0" dirty="0" smtClean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743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6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2pPr>
      <a:lvl3pPr marL="54864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4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3pPr>
      <a:lvl4pPr marL="7315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b="0" i="0" kern="1200" baseline="0">
          <a:solidFill>
            <a:schemeClr val="bg2">
              <a:lumMod val="25000"/>
            </a:schemeClr>
          </a:solidFill>
          <a:latin typeface="Helvetica Neue Light" charset="0"/>
          <a:ea typeface="Helvetica Neue Light" charset="0"/>
          <a:cs typeface="Helvetica Neue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54">
          <p15:clr>
            <a:srgbClr val="F26B43"/>
          </p15:clr>
        </p15:guide>
        <p15:guide id="3" pos="3516">
          <p15:clr>
            <a:srgbClr val="F26B43"/>
          </p15:clr>
        </p15:guide>
        <p15:guide id="4" orient="horz">
          <p15:clr>
            <a:srgbClr val="F26B43"/>
          </p15:clr>
        </p15:guide>
        <p15:guide id="5" orient="horz" pos="158">
          <p15:clr>
            <a:srgbClr val="F26B43"/>
          </p15:clr>
        </p15:guide>
        <p15:guide id="6" orient="horz" pos="2216">
          <p15:clr>
            <a:srgbClr val="F26B43"/>
          </p15:clr>
        </p15:guide>
        <p15:guide id="7" orient="horz" pos="3087">
          <p15:clr>
            <a:srgbClr val="F26B43"/>
          </p15:clr>
        </p15:guide>
        <p15:guide id="8" orient="horz" pos="3240">
          <p15:clr>
            <a:srgbClr val="F26B43"/>
          </p15:clr>
        </p15:guide>
        <p15:guide id="10" pos="3360">
          <p15:clr>
            <a:srgbClr val="F26B43"/>
          </p15:clr>
        </p15:guide>
        <p15:guide id="12" pos="4476">
          <p15:clr>
            <a:srgbClr val="F26B43"/>
          </p15:clr>
        </p15:guide>
        <p15:guide id="13" pos="5600">
          <p15:clr>
            <a:srgbClr val="F26B43"/>
          </p15:clr>
        </p15:guide>
        <p15:guide id="14" pos="310">
          <p15:clr>
            <a:srgbClr val="F26B43"/>
          </p15:clr>
        </p15:guide>
        <p15:guide id="15" pos="1120">
          <p15:clr>
            <a:srgbClr val="F26B43"/>
          </p15:clr>
        </p15:guide>
        <p15:guide id="16" pos="1276">
          <p15:clr>
            <a:srgbClr val="F26B43"/>
          </p15:clr>
        </p15:guide>
        <p15:guide id="17" pos="2392">
          <p15:clr>
            <a:srgbClr val="F26B43"/>
          </p15:clr>
        </p15:guide>
        <p15:guide id="18" pos="5760">
          <p15:clr>
            <a:srgbClr val="F26B43"/>
          </p15:clr>
        </p15:guide>
        <p15:guide id="19" pos="2238">
          <p15:clr>
            <a:srgbClr val="F26B43"/>
          </p15:clr>
        </p15:guide>
        <p15:guide id="20" pos="4632">
          <p15:clr>
            <a:srgbClr val="F26B43"/>
          </p15:clr>
        </p15:guide>
        <p15:guide id="21" pos="5444">
          <p15:clr>
            <a:srgbClr val="F26B43"/>
          </p15:clr>
        </p15:guide>
        <p15:guide id="22" orient="horz" pos="2062">
          <p15:clr>
            <a:srgbClr val="F26B43"/>
          </p15:clr>
        </p15:guide>
        <p15:guide id="23" orient="horz" pos="1191">
          <p15:clr>
            <a:srgbClr val="F26B43"/>
          </p15:clr>
        </p15:guide>
        <p15:guide id="24" orient="horz" pos="1033">
          <p15:clr>
            <a:srgbClr val="F26B43"/>
          </p15:clr>
        </p15:guide>
        <p15:guide id="25" pos="464">
          <p15:clr>
            <a:srgbClr val="F26B43"/>
          </p15:clr>
        </p15:guide>
        <p15:guide id="26" pos="5290">
          <p15:clr>
            <a:srgbClr val="F26B43"/>
          </p15:clr>
        </p15:guide>
        <p15:guide id="27" pos="77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2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0" r:id="rId1"/>
    <p:sldLayoutId id="2147484571" r:id="rId2"/>
    <p:sldLayoutId id="2147484572" r:id="rId3"/>
    <p:sldLayoutId id="2147484573" r:id="rId4"/>
    <p:sldLayoutId id="2147484574" r:id="rId5"/>
    <p:sldLayoutId id="2147484575" r:id="rId6"/>
    <p:sldLayoutId id="2147484638" r:id="rId7"/>
    <p:sldLayoutId id="2147484639" r:id="rId8"/>
    <p:sldLayoutId id="2147484640" r:id="rId9"/>
    <p:sldLayoutId id="2147484576" r:id="rId10"/>
    <p:sldLayoutId id="2147484577" r:id="rId11"/>
    <p:sldLayoutId id="2147484578" r:id="rId12"/>
    <p:sldLayoutId id="2147484579" r:id="rId13"/>
    <p:sldLayoutId id="2147484580" r:id="rId14"/>
    <p:sldLayoutId id="2147484581" r:id="rId15"/>
    <p:sldLayoutId id="2147484582" r:id="rId16"/>
    <p:sldLayoutId id="2147484583" r:id="rId17"/>
    <p:sldLayoutId id="2147484584" r:id="rId18"/>
    <p:sldLayoutId id="2147484585" r:id="rId19"/>
    <p:sldLayoutId id="2147484586" r:id="rId20"/>
    <p:sldLayoutId id="2147484587" r:id="rId21"/>
    <p:sldLayoutId id="2147484588" r:id="rId22"/>
    <p:sldLayoutId id="2147484589" r:id="rId23"/>
    <p:sldLayoutId id="2147484590" r:id="rId24"/>
    <p:sldLayoutId id="2147484591" r:id="rId25"/>
    <p:sldLayoutId id="2147484592" r:id="rId26"/>
    <p:sldLayoutId id="2147484593" r:id="rId27"/>
    <p:sldLayoutId id="2147484594" r:id="rId28"/>
    <p:sldLayoutId id="2147484595" r:id="rId29"/>
    <p:sldLayoutId id="2147484596" r:id="rId30"/>
    <p:sldLayoutId id="2147484597" r:id="rId31"/>
    <p:sldLayoutId id="2147484598" r:id="rId32"/>
    <p:sldLayoutId id="2147484599" r:id="rId33"/>
    <p:sldLayoutId id="2147484600" r:id="rId34"/>
    <p:sldLayoutId id="2147484601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000" spc="0" baseline="0">
          <a:solidFill>
            <a:schemeClr val="tx2"/>
          </a:solidFill>
          <a:latin typeface="+mj-lt"/>
          <a:ea typeface="Arial" charset="0"/>
          <a:cs typeface="Arial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bg2">
            <a:lumMod val="50000"/>
          </a:schemeClr>
        </a:buClr>
        <a:buSzPct val="70000"/>
        <a:buFont typeface="Wingdings" charset="2"/>
        <a:buNone/>
        <a:tabLst>
          <a:tab pos="182880" algn="l"/>
        </a:tabLst>
        <a:defRPr lang="en-US" sz="1800" b="0" i="0" kern="1200" baseline="0" dirty="0" smtClean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743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6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2pPr>
      <a:lvl3pPr marL="54864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4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3pPr>
      <a:lvl4pPr marL="7315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b="0" i="0" kern="1200" baseline="0">
          <a:solidFill>
            <a:schemeClr val="bg2">
              <a:lumMod val="25000"/>
            </a:schemeClr>
          </a:solidFill>
          <a:latin typeface="Helvetica Neue Light" charset="0"/>
          <a:ea typeface="Helvetica Neue Light" charset="0"/>
          <a:cs typeface="Helvetica Neue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54">
          <p15:clr>
            <a:srgbClr val="F26B43"/>
          </p15:clr>
        </p15:guide>
        <p15:guide id="3" pos="3516">
          <p15:clr>
            <a:srgbClr val="F26B43"/>
          </p15:clr>
        </p15:guide>
        <p15:guide id="4" orient="horz">
          <p15:clr>
            <a:srgbClr val="F26B43"/>
          </p15:clr>
        </p15:guide>
        <p15:guide id="5" orient="horz" pos="158">
          <p15:clr>
            <a:srgbClr val="F26B43"/>
          </p15:clr>
        </p15:guide>
        <p15:guide id="6" orient="horz" pos="2216">
          <p15:clr>
            <a:srgbClr val="F26B43"/>
          </p15:clr>
        </p15:guide>
        <p15:guide id="7" orient="horz" pos="3087">
          <p15:clr>
            <a:srgbClr val="F26B43"/>
          </p15:clr>
        </p15:guide>
        <p15:guide id="8" orient="horz" pos="3240">
          <p15:clr>
            <a:srgbClr val="F26B43"/>
          </p15:clr>
        </p15:guide>
        <p15:guide id="10" pos="3360">
          <p15:clr>
            <a:srgbClr val="F26B43"/>
          </p15:clr>
        </p15:guide>
        <p15:guide id="12" pos="4476">
          <p15:clr>
            <a:srgbClr val="F26B43"/>
          </p15:clr>
        </p15:guide>
        <p15:guide id="13" pos="5600">
          <p15:clr>
            <a:srgbClr val="F26B43"/>
          </p15:clr>
        </p15:guide>
        <p15:guide id="14" pos="310">
          <p15:clr>
            <a:srgbClr val="F26B43"/>
          </p15:clr>
        </p15:guide>
        <p15:guide id="15" pos="1120">
          <p15:clr>
            <a:srgbClr val="F26B43"/>
          </p15:clr>
        </p15:guide>
        <p15:guide id="16" pos="1276">
          <p15:clr>
            <a:srgbClr val="F26B43"/>
          </p15:clr>
        </p15:guide>
        <p15:guide id="17" pos="2392">
          <p15:clr>
            <a:srgbClr val="F26B43"/>
          </p15:clr>
        </p15:guide>
        <p15:guide id="18" pos="5760">
          <p15:clr>
            <a:srgbClr val="F26B43"/>
          </p15:clr>
        </p15:guide>
        <p15:guide id="19" pos="2238">
          <p15:clr>
            <a:srgbClr val="F26B43"/>
          </p15:clr>
        </p15:guide>
        <p15:guide id="20" pos="4632">
          <p15:clr>
            <a:srgbClr val="F26B43"/>
          </p15:clr>
        </p15:guide>
        <p15:guide id="21" pos="5444">
          <p15:clr>
            <a:srgbClr val="F26B43"/>
          </p15:clr>
        </p15:guide>
        <p15:guide id="22" orient="horz" pos="2062">
          <p15:clr>
            <a:srgbClr val="F26B43"/>
          </p15:clr>
        </p15:guide>
        <p15:guide id="23" orient="horz" pos="1191">
          <p15:clr>
            <a:srgbClr val="F26B43"/>
          </p15:clr>
        </p15:guide>
        <p15:guide id="24" orient="horz" pos="1033">
          <p15:clr>
            <a:srgbClr val="F26B43"/>
          </p15:clr>
        </p15:guide>
        <p15:guide id="25" pos="464">
          <p15:clr>
            <a:srgbClr val="F26B43"/>
          </p15:clr>
        </p15:guide>
        <p15:guide id="26" pos="5290">
          <p15:clr>
            <a:srgbClr val="F26B43"/>
          </p15:clr>
        </p15:guide>
        <p15:guide id="27" pos="77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30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04" r:id="rId2"/>
    <p:sldLayoutId id="2147484605" r:id="rId3"/>
    <p:sldLayoutId id="2147484606" r:id="rId4"/>
    <p:sldLayoutId id="2147484607" r:id="rId5"/>
    <p:sldLayoutId id="2147484608" r:id="rId6"/>
    <p:sldLayoutId id="2147484641" r:id="rId7"/>
    <p:sldLayoutId id="2147484642" r:id="rId8"/>
    <p:sldLayoutId id="2147484643" r:id="rId9"/>
    <p:sldLayoutId id="2147484609" r:id="rId10"/>
    <p:sldLayoutId id="2147484610" r:id="rId11"/>
    <p:sldLayoutId id="2147484611" r:id="rId12"/>
    <p:sldLayoutId id="2147484612" r:id="rId13"/>
    <p:sldLayoutId id="2147484613" r:id="rId14"/>
    <p:sldLayoutId id="2147484614" r:id="rId15"/>
    <p:sldLayoutId id="2147484615" r:id="rId16"/>
    <p:sldLayoutId id="2147484616" r:id="rId17"/>
    <p:sldLayoutId id="2147484617" r:id="rId18"/>
    <p:sldLayoutId id="2147484618" r:id="rId19"/>
    <p:sldLayoutId id="2147484619" r:id="rId20"/>
    <p:sldLayoutId id="2147484620" r:id="rId21"/>
    <p:sldLayoutId id="2147484621" r:id="rId22"/>
    <p:sldLayoutId id="2147484622" r:id="rId23"/>
    <p:sldLayoutId id="2147484623" r:id="rId24"/>
    <p:sldLayoutId id="2147484624" r:id="rId25"/>
    <p:sldLayoutId id="2147484625" r:id="rId26"/>
    <p:sldLayoutId id="2147484626" r:id="rId27"/>
    <p:sldLayoutId id="2147484627" r:id="rId28"/>
    <p:sldLayoutId id="2147484628" r:id="rId29"/>
    <p:sldLayoutId id="2147484629" r:id="rId30"/>
    <p:sldLayoutId id="2147484630" r:id="rId31"/>
    <p:sldLayoutId id="2147484631" r:id="rId32"/>
    <p:sldLayoutId id="2147484632" r:id="rId33"/>
    <p:sldLayoutId id="2147484633" r:id="rId34"/>
    <p:sldLayoutId id="2147484634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000" spc="0" baseline="0">
          <a:solidFill>
            <a:schemeClr val="tx2"/>
          </a:solidFill>
          <a:latin typeface="+mj-lt"/>
          <a:ea typeface="Arial" charset="0"/>
          <a:cs typeface="Arial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bg2">
            <a:lumMod val="50000"/>
          </a:schemeClr>
        </a:buClr>
        <a:buSzPct val="70000"/>
        <a:buFont typeface="Wingdings" charset="2"/>
        <a:buNone/>
        <a:tabLst>
          <a:tab pos="182880" algn="l"/>
        </a:tabLst>
        <a:defRPr lang="en-US" sz="1800" b="0" i="0" kern="1200" baseline="0" dirty="0" smtClean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743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6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2pPr>
      <a:lvl3pPr marL="54864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4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3pPr>
      <a:lvl4pPr marL="73152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SzPct val="70000"/>
        <a:buFont typeface="Wingdings" charset="2"/>
        <a:buNone/>
        <a:defRPr lang="en-US" sz="1200" b="0" i="0" kern="1200" baseline="0" dirty="0" smtClean="0">
          <a:solidFill>
            <a:schemeClr val="tx1"/>
          </a:solidFill>
          <a:latin typeface="+mn-lt"/>
          <a:ea typeface="+mn-ea"/>
          <a:cs typeface="Univers LT Std 45 Light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b="0" i="0" kern="1200" baseline="0">
          <a:solidFill>
            <a:schemeClr val="bg2">
              <a:lumMod val="25000"/>
            </a:schemeClr>
          </a:solidFill>
          <a:latin typeface="Helvetica Neue Light" charset="0"/>
          <a:ea typeface="Helvetica Neue Light" charset="0"/>
          <a:cs typeface="Helvetica Neue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54">
          <p15:clr>
            <a:srgbClr val="F26B43"/>
          </p15:clr>
        </p15:guide>
        <p15:guide id="3" pos="3516">
          <p15:clr>
            <a:srgbClr val="F26B43"/>
          </p15:clr>
        </p15:guide>
        <p15:guide id="4" orient="horz">
          <p15:clr>
            <a:srgbClr val="F26B43"/>
          </p15:clr>
        </p15:guide>
        <p15:guide id="5" orient="horz" pos="158">
          <p15:clr>
            <a:srgbClr val="F26B43"/>
          </p15:clr>
        </p15:guide>
        <p15:guide id="6" orient="horz" pos="2216">
          <p15:clr>
            <a:srgbClr val="F26B43"/>
          </p15:clr>
        </p15:guide>
        <p15:guide id="7" orient="horz" pos="3087">
          <p15:clr>
            <a:srgbClr val="F26B43"/>
          </p15:clr>
        </p15:guide>
        <p15:guide id="8" orient="horz" pos="3240">
          <p15:clr>
            <a:srgbClr val="F26B43"/>
          </p15:clr>
        </p15:guide>
        <p15:guide id="10" pos="3360">
          <p15:clr>
            <a:srgbClr val="F26B43"/>
          </p15:clr>
        </p15:guide>
        <p15:guide id="12" pos="4476">
          <p15:clr>
            <a:srgbClr val="F26B43"/>
          </p15:clr>
        </p15:guide>
        <p15:guide id="13" pos="5600">
          <p15:clr>
            <a:srgbClr val="F26B43"/>
          </p15:clr>
        </p15:guide>
        <p15:guide id="14" pos="310">
          <p15:clr>
            <a:srgbClr val="F26B43"/>
          </p15:clr>
        </p15:guide>
        <p15:guide id="15" pos="1120">
          <p15:clr>
            <a:srgbClr val="F26B43"/>
          </p15:clr>
        </p15:guide>
        <p15:guide id="16" pos="1276">
          <p15:clr>
            <a:srgbClr val="F26B43"/>
          </p15:clr>
        </p15:guide>
        <p15:guide id="17" pos="2392">
          <p15:clr>
            <a:srgbClr val="F26B43"/>
          </p15:clr>
        </p15:guide>
        <p15:guide id="18" pos="5760">
          <p15:clr>
            <a:srgbClr val="F26B43"/>
          </p15:clr>
        </p15:guide>
        <p15:guide id="19" pos="2238">
          <p15:clr>
            <a:srgbClr val="F26B43"/>
          </p15:clr>
        </p15:guide>
        <p15:guide id="20" pos="4632">
          <p15:clr>
            <a:srgbClr val="F26B43"/>
          </p15:clr>
        </p15:guide>
        <p15:guide id="21" pos="5444">
          <p15:clr>
            <a:srgbClr val="F26B43"/>
          </p15:clr>
        </p15:guide>
        <p15:guide id="22" orient="horz" pos="2062">
          <p15:clr>
            <a:srgbClr val="F26B43"/>
          </p15:clr>
        </p15:guide>
        <p15:guide id="23" orient="horz" pos="1191">
          <p15:clr>
            <a:srgbClr val="F26B43"/>
          </p15:clr>
        </p15:guide>
        <p15:guide id="24" orient="horz" pos="1033">
          <p15:clr>
            <a:srgbClr val="F26B43"/>
          </p15:clr>
        </p15:guide>
        <p15:guide id="25" pos="464">
          <p15:clr>
            <a:srgbClr val="F26B43"/>
          </p15:clr>
        </p15:guide>
        <p15:guide id="26" pos="5290">
          <p15:clr>
            <a:srgbClr val="F26B43"/>
          </p15:clr>
        </p15:guide>
        <p15:guide id="27" pos="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3C9389-2066-CA46-96F3-E646430BAF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AImotive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07471F-D4AB-7F4C-BAAD-E2149681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Custom Device Demonstration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2D019-0CD2-6C4E-8AFA-7A0A0F0C6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0737" y="3422512"/>
            <a:ext cx="2046226" cy="307777"/>
          </a:xfrm>
        </p:spPr>
        <p:txBody>
          <a:bodyPr/>
          <a:lstStyle/>
          <a:p>
            <a:r>
              <a:rPr lang="en-US" dirty="0"/>
              <a:t>Aaron Douglass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17445-00A6-D744-8E99-3BF690D362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0735" y="3757999"/>
            <a:ext cx="3520236" cy="27699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Applications Engineer – ADAS &amp; Autonomy</a:t>
            </a:r>
          </a:p>
        </p:txBody>
      </p:sp>
    </p:spTree>
    <p:extLst>
      <p:ext uri="{BB962C8B-B14F-4D97-AF65-F5344CB8AC3E}">
        <p14:creationId xmlns:p14="http://schemas.microsoft.com/office/powerpoint/2010/main" val="110995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91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0C1C-B4D4-2B4E-9DA7-73D527A75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33257-A56D-E04D-B270-0247BE36AA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7300" y="829515"/>
            <a:ext cx="4599538" cy="2494256"/>
          </a:xfrm>
        </p:spPr>
        <p:txBody>
          <a:bodyPr/>
          <a:lstStyle/>
          <a:p>
            <a:r>
              <a:rPr lang="en-US" dirty="0"/>
              <a:t>Quick Intro to Custom Devices</a:t>
            </a:r>
          </a:p>
          <a:p>
            <a:r>
              <a:rPr lang="en-US" dirty="0"/>
              <a:t>NI-</a:t>
            </a:r>
            <a:r>
              <a:rPr lang="en-US" dirty="0" err="1"/>
              <a:t>AImotive</a:t>
            </a:r>
            <a:r>
              <a:rPr lang="en-US" dirty="0"/>
              <a:t> HIL System Architecture</a:t>
            </a:r>
          </a:p>
          <a:p>
            <a:r>
              <a:rPr lang="en-US" dirty="0"/>
              <a:t>UDP-Data-Link Custom Device Overview</a:t>
            </a:r>
          </a:p>
          <a:p>
            <a:r>
              <a:rPr lang="en-US" dirty="0"/>
              <a:t>UDP-Data-Link Custom Device Demonstration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Questions &amp; Next Steps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6C4E8-E88C-424E-9495-7630470B71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Today’s Agenda:</a:t>
            </a:r>
          </a:p>
        </p:txBody>
      </p:sp>
    </p:spTree>
    <p:extLst>
      <p:ext uri="{BB962C8B-B14F-4D97-AF65-F5344CB8AC3E}">
        <p14:creationId xmlns:p14="http://schemas.microsoft.com/office/powerpoint/2010/main" val="234842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56C-D96A-594F-9396-BF005A7BB8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Custom Device Use Cases: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7" y="711561"/>
            <a:ext cx="4807952" cy="430887"/>
          </a:xfrm>
        </p:spPr>
        <p:txBody>
          <a:bodyPr/>
          <a:lstStyle/>
          <a:p>
            <a:r>
              <a:rPr lang="en-US" dirty="0"/>
              <a:t>Quick Intro to Custom Devices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CA66D2-6EF1-4957-BA14-1C5D9BA112F8}"/>
              </a:ext>
            </a:extLst>
          </p:cNvPr>
          <p:cNvGrpSpPr/>
          <p:nvPr/>
        </p:nvGrpSpPr>
        <p:grpSpPr>
          <a:xfrm>
            <a:off x="791030" y="1745724"/>
            <a:ext cx="8258628" cy="3036733"/>
            <a:chOff x="959370" y="3185408"/>
            <a:chExt cx="9731391" cy="3020519"/>
          </a:xfrm>
          <a:solidFill>
            <a:schemeClr val="tx2"/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230F5A-27D9-41C1-A583-7301CEE9239B}"/>
                </a:ext>
              </a:extLst>
            </p:cNvPr>
            <p:cNvSpPr/>
            <p:nvPr/>
          </p:nvSpPr>
          <p:spPr>
            <a:xfrm>
              <a:off x="2549913" y="4781861"/>
              <a:ext cx="2951477" cy="1424066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Communication Protocols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21B613A-BA05-4730-8F23-1225B4C5191F}"/>
                </a:ext>
              </a:extLst>
            </p:cNvPr>
            <p:cNvSpPr/>
            <p:nvPr/>
          </p:nvSpPr>
          <p:spPr>
            <a:xfrm>
              <a:off x="6049918" y="4781861"/>
              <a:ext cx="2878111" cy="1424066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Waveform Signal Processing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1647C93-881C-48C6-9176-2C6466355CAF}"/>
                </a:ext>
              </a:extLst>
            </p:cNvPr>
            <p:cNvSpPr/>
            <p:nvPr/>
          </p:nvSpPr>
          <p:spPr>
            <a:xfrm>
              <a:off x="959370" y="3185408"/>
              <a:ext cx="2878111" cy="1424066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  <a:r>
                <a:rPr lang="en-US" sz="2400" baseline="30000" dirty="0"/>
                <a:t>rd</a:t>
              </a:r>
              <a:r>
                <a:rPr lang="en-US" sz="2400" dirty="0"/>
                <a:t> Party Hardware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0B89460-17C3-4861-8F62-124AC1DD4880}"/>
                </a:ext>
              </a:extLst>
            </p:cNvPr>
            <p:cNvSpPr/>
            <p:nvPr/>
          </p:nvSpPr>
          <p:spPr>
            <a:xfrm>
              <a:off x="4386010" y="3185408"/>
              <a:ext cx="2878111" cy="1424066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Simulate Specialty Sensors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030D602-C890-4BE6-B686-902ED91A111D}"/>
                </a:ext>
              </a:extLst>
            </p:cNvPr>
            <p:cNvSpPr/>
            <p:nvPr/>
          </p:nvSpPr>
          <p:spPr>
            <a:xfrm>
              <a:off x="7812650" y="3185408"/>
              <a:ext cx="2878111" cy="1424066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Custom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66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EFAEEB-D191-451A-A2CA-E42C59B6D921}"/>
              </a:ext>
            </a:extLst>
          </p:cNvPr>
          <p:cNvSpPr/>
          <p:nvPr/>
        </p:nvSpPr>
        <p:spPr>
          <a:xfrm>
            <a:off x="961477" y="2365830"/>
            <a:ext cx="4938580" cy="26924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56C-D96A-594F-9396-BF005A7BB8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887" y="1231201"/>
            <a:ext cx="3162169" cy="338554"/>
          </a:xfrm>
        </p:spPr>
        <p:txBody>
          <a:bodyPr/>
          <a:lstStyle/>
          <a:p>
            <a:r>
              <a:rPr lang="en-US" dirty="0"/>
              <a:t>Components of a Custom Device: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7" y="711561"/>
            <a:ext cx="4807952" cy="430887"/>
          </a:xfrm>
        </p:spPr>
        <p:txBody>
          <a:bodyPr/>
          <a:lstStyle/>
          <a:p>
            <a:r>
              <a:rPr lang="en-US" dirty="0"/>
              <a:t>Quick Intro to Custom Devices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7433E-B3FA-884D-A853-43B14784D2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0799" y="1703742"/>
            <a:ext cx="7863887" cy="715611"/>
          </a:xfrm>
        </p:spPr>
        <p:txBody>
          <a:bodyPr/>
          <a:lstStyle/>
          <a:p>
            <a:r>
              <a:rPr lang="en-US" b="1" dirty="0"/>
              <a:t>A custom device consists of at least two VI libraries (LLBs), </a:t>
            </a:r>
            <a:r>
              <a:rPr lang="en-US" b="1" dirty="0" err="1"/>
              <a:t>Engine.llb</a:t>
            </a:r>
            <a:r>
              <a:rPr lang="en-US" b="1" dirty="0"/>
              <a:t> and </a:t>
            </a:r>
            <a:r>
              <a:rPr lang="en-US" b="1" dirty="0" err="1"/>
              <a:t>Configuration.llb</a:t>
            </a:r>
            <a:r>
              <a:rPr lang="en-US" b="1" dirty="0"/>
              <a:t>, and an XML file that tells NI </a:t>
            </a:r>
            <a:r>
              <a:rPr lang="en-US" b="1" dirty="0" err="1"/>
              <a:t>VeriStand</a:t>
            </a:r>
            <a:r>
              <a:rPr lang="en-US" b="1" dirty="0"/>
              <a:t> how to load, display, use, and deploy the custom device.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F9BB551D-769E-48AA-AE6C-27852F973FA9}"/>
              </a:ext>
            </a:extLst>
          </p:cNvPr>
          <p:cNvSpPr/>
          <p:nvPr/>
        </p:nvSpPr>
        <p:spPr>
          <a:xfrm>
            <a:off x="1066800" y="2553340"/>
            <a:ext cx="2133600" cy="2315028"/>
          </a:xfrm>
          <a:prstGeom prst="round2Diag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Required 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Engine.llb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Configuration.llb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A1F17969-1948-45C4-BFC6-5A60101A8485}"/>
              </a:ext>
            </a:extLst>
          </p:cNvPr>
          <p:cNvSpPr/>
          <p:nvPr/>
        </p:nvSpPr>
        <p:spPr>
          <a:xfrm>
            <a:off x="6052455" y="2502540"/>
            <a:ext cx="2917373" cy="2315028"/>
          </a:xfrm>
          <a:prstGeom prst="round2Diag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Additional dependencies required for building UDP Data Link Custom Device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OpenG</a:t>
            </a:r>
            <a:r>
              <a:rPr lang="en-US" sz="1600" dirty="0">
                <a:solidFill>
                  <a:schemeClr val="bg1"/>
                </a:solidFill>
              </a:rPr>
              <a:t> Toolkit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VeriStand</a:t>
            </a:r>
            <a:r>
              <a:rPr lang="en-US" sz="1600" dirty="0">
                <a:solidFill>
                  <a:schemeClr val="bg1"/>
                </a:solidFill>
              </a:rPr>
              <a:t> Data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NI </a:t>
            </a:r>
            <a:r>
              <a:rPr lang="en-US" sz="1600" dirty="0" err="1">
                <a:solidFill>
                  <a:schemeClr val="bg1"/>
                </a:solidFill>
              </a:rPr>
              <a:t>VeriStand</a:t>
            </a:r>
            <a:r>
              <a:rPr lang="en-US" sz="1600" dirty="0">
                <a:solidFill>
                  <a:schemeClr val="bg1"/>
                </a:solidFill>
              </a:rPr>
              <a:t> Development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More…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3F620A03-65F4-419A-8795-488FA4265197}"/>
              </a:ext>
            </a:extLst>
          </p:cNvPr>
          <p:cNvSpPr/>
          <p:nvPr/>
        </p:nvSpPr>
        <p:spPr>
          <a:xfrm>
            <a:off x="3559628" y="2502540"/>
            <a:ext cx="2133600" cy="2315028"/>
          </a:xfrm>
          <a:prstGeom prst="round2Diag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XML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75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56C-D96A-594F-9396-BF005A7BB8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9887" y="1231201"/>
            <a:ext cx="3938684" cy="338554"/>
          </a:xfrm>
        </p:spPr>
        <p:txBody>
          <a:bodyPr/>
          <a:lstStyle/>
          <a:p>
            <a:r>
              <a:rPr lang="en-US" dirty="0"/>
              <a:t>Process for Developing a Custom Device: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7" y="711561"/>
            <a:ext cx="4807952" cy="430887"/>
          </a:xfrm>
        </p:spPr>
        <p:txBody>
          <a:bodyPr/>
          <a:lstStyle/>
          <a:p>
            <a:r>
              <a:rPr lang="en-US" dirty="0"/>
              <a:t>Quick Intro to Custom Devices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E3E0225-43CF-4C9C-8C36-2994A00644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0410624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584448A-3B70-4AC8-8435-631AC969A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355805"/>
              </p:ext>
            </p:extLst>
          </p:nvPr>
        </p:nvGraphicFramePr>
        <p:xfrm>
          <a:off x="1524000" y="2993175"/>
          <a:ext cx="6096000" cy="1030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773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6" y="711561"/>
            <a:ext cx="5794923" cy="430887"/>
          </a:xfrm>
        </p:spPr>
        <p:txBody>
          <a:bodyPr/>
          <a:lstStyle/>
          <a:p>
            <a:r>
              <a:rPr lang="en-US" dirty="0"/>
              <a:t>NI-</a:t>
            </a:r>
            <a:r>
              <a:rPr lang="en-US" dirty="0" err="1"/>
              <a:t>AImotive</a:t>
            </a:r>
            <a:r>
              <a:rPr lang="en-US" dirty="0"/>
              <a:t> HIL System Architecture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ED5BBC-551C-4931-9E02-25AD23648CFE}"/>
              </a:ext>
            </a:extLst>
          </p:cNvPr>
          <p:cNvSpPr/>
          <p:nvPr/>
        </p:nvSpPr>
        <p:spPr>
          <a:xfrm>
            <a:off x="986973" y="1335314"/>
            <a:ext cx="3868057" cy="3614057"/>
          </a:xfrm>
          <a:prstGeom prst="round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EEBEE8-E6BE-487D-A8BF-C4B4554DA421}"/>
              </a:ext>
            </a:extLst>
          </p:cNvPr>
          <p:cNvSpPr/>
          <p:nvPr/>
        </p:nvSpPr>
        <p:spPr>
          <a:xfrm>
            <a:off x="5007430" y="1335314"/>
            <a:ext cx="3868057" cy="3614057"/>
          </a:xfrm>
          <a:prstGeom prst="round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26" name="Picture 2" descr="AImotive | Engineering scalable driving automation">
            <a:extLst>
              <a:ext uri="{FF2B5EF4-FFF2-40B4-BE49-F238E27FC236}">
                <a16:creationId xmlns:a16="http://schemas.microsoft.com/office/drawing/2014/main" id="{3EC05A43-8A3E-4092-9AC8-65A8577A0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3053443"/>
            <a:ext cx="364807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west Solutions for Real-Time Testing">
            <a:extLst>
              <a:ext uri="{FF2B5EF4-FFF2-40B4-BE49-F238E27FC236}">
                <a16:creationId xmlns:a16="http://schemas.microsoft.com/office/drawing/2014/main" id="{BF68BFFA-7B61-47E5-A15E-A718F998B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745" y="3398461"/>
            <a:ext cx="3768726" cy="56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73003C-D805-4DC4-AAC7-C03C084B7D0B}"/>
              </a:ext>
            </a:extLst>
          </p:cNvPr>
          <p:cNvSpPr txBox="1"/>
          <p:nvPr/>
        </p:nvSpPr>
        <p:spPr>
          <a:xfrm>
            <a:off x="1776136" y="1375229"/>
            <a:ext cx="2527349" cy="2975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High Performance Computer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3D4D9-5C8C-48BC-AE21-AB3EAF017A91}"/>
              </a:ext>
            </a:extLst>
          </p:cNvPr>
          <p:cNvSpPr txBox="1"/>
          <p:nvPr/>
        </p:nvSpPr>
        <p:spPr>
          <a:xfrm>
            <a:off x="5764869" y="1375229"/>
            <a:ext cx="2353178" cy="2975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</a:t>
            </a:r>
            <a:r>
              <a:rPr lang="en-US" sz="14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Linx</a:t>
            </a:r>
            <a:r>
              <a:rPr lang="en-US" sz="1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Real-Time (PXI)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FB3AEB-EED7-4966-AA6B-D88594C307C9}"/>
              </a:ext>
            </a:extLst>
          </p:cNvPr>
          <p:cNvGrpSpPr/>
          <p:nvPr/>
        </p:nvGrpSpPr>
        <p:grpSpPr>
          <a:xfrm>
            <a:off x="3925390" y="2292420"/>
            <a:ext cx="2011680" cy="443060"/>
            <a:chOff x="6663057" y="796159"/>
            <a:chExt cx="2011680" cy="44306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0603D33-F7D7-4686-9A2C-EB75E8374AAE}"/>
                </a:ext>
              </a:extLst>
            </p:cNvPr>
            <p:cNvCxnSpPr>
              <a:cxnSpLocks/>
            </p:cNvCxnSpPr>
            <p:nvPr/>
          </p:nvCxnSpPr>
          <p:spPr>
            <a:xfrm>
              <a:off x="6663057" y="1239219"/>
              <a:ext cx="2011680" cy="0"/>
            </a:xfrm>
            <a:prstGeom prst="straightConnector1">
              <a:avLst/>
            </a:prstGeom>
            <a:ln w="31750">
              <a:solidFill>
                <a:schemeClr val="bg2">
                  <a:lumMod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05BECE-9351-49D6-BD79-1830DE6CF87B}"/>
                </a:ext>
              </a:extLst>
            </p:cNvPr>
            <p:cNvSpPr txBox="1"/>
            <p:nvPr/>
          </p:nvSpPr>
          <p:spPr>
            <a:xfrm>
              <a:off x="7452121" y="796159"/>
              <a:ext cx="433552" cy="346289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US" sz="2000" b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UDP</a:t>
              </a:r>
              <a:endParaRPr lang="en-US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63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6" y="711561"/>
            <a:ext cx="6382753" cy="430887"/>
          </a:xfrm>
        </p:spPr>
        <p:txBody>
          <a:bodyPr/>
          <a:lstStyle/>
          <a:p>
            <a:r>
              <a:rPr lang="en-US" dirty="0"/>
              <a:t>UDP Data Link Custom Device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7433E-B3FA-884D-A853-43B14784D2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1476" y="1284390"/>
            <a:ext cx="7086821" cy="571750"/>
          </a:xfrm>
        </p:spPr>
        <p:txBody>
          <a:bodyPr/>
          <a:lstStyle/>
          <a:p>
            <a:r>
              <a:rPr lang="en-US" dirty="0"/>
              <a:t>Purpose: To extend </a:t>
            </a:r>
            <a:r>
              <a:rPr lang="en-US" dirty="0" err="1"/>
              <a:t>VeriStand's</a:t>
            </a:r>
            <a:r>
              <a:rPr lang="en-US" dirty="0"/>
              <a:t> communication abilities by providing the user with the ability to transmit and receive UDP packets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39306-B5A3-4BCA-804D-AB9D2E0AD339}"/>
              </a:ext>
            </a:extLst>
          </p:cNvPr>
          <p:cNvSpPr txBox="1"/>
          <p:nvPr/>
        </p:nvSpPr>
        <p:spPr>
          <a:xfrm>
            <a:off x="961476" y="2033752"/>
            <a:ext cx="7614965" cy="2735317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Import and export UDP Custom Device configurations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Define Transmit and Receive packets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Map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VeriStand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channels to UDP packets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Specify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packet data, port, and channel configuration information in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VeriStand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and export channel configurations using csv files</a:t>
            </a:r>
          </a:p>
        </p:txBody>
      </p:sp>
    </p:spTree>
    <p:extLst>
      <p:ext uri="{BB962C8B-B14F-4D97-AF65-F5344CB8AC3E}">
        <p14:creationId xmlns:p14="http://schemas.microsoft.com/office/powerpoint/2010/main" val="122793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635EA45-D86E-E548-A287-BEECF20BA3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UDP-Data-Link Custom Device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88296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AE63B-3B1E-1948-919B-76F37493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76" y="711561"/>
            <a:ext cx="6382753" cy="430887"/>
          </a:xfrm>
        </p:spPr>
        <p:txBody>
          <a:bodyPr/>
          <a:lstStyle/>
          <a:p>
            <a:r>
              <a:rPr lang="en-US" dirty="0"/>
              <a:t>Questions &amp; Next Steps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A0174-7EC3-4262-B7CD-A571C913D9F1}"/>
              </a:ext>
            </a:extLst>
          </p:cNvPr>
          <p:cNvSpPr txBox="1"/>
          <p:nvPr/>
        </p:nvSpPr>
        <p:spPr>
          <a:xfrm>
            <a:off x="1081314" y="1378858"/>
            <a:ext cx="3345543" cy="35922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Outstanding Questions: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What are the next steps for this project?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2E528-74AC-4D29-91D6-FD4DC8579F55}"/>
              </a:ext>
            </a:extLst>
          </p:cNvPr>
          <p:cNvSpPr txBox="1"/>
          <p:nvPr/>
        </p:nvSpPr>
        <p:spPr>
          <a:xfrm>
            <a:off x="4956629" y="1378858"/>
            <a:ext cx="3345543" cy="35922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Next Steps:</a:t>
            </a:r>
            <a:endParaRPr lang="en-US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Install build UDP Data Link custom device from NI Package Manager to test existing functionality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Build UDP Data Link Custom Device from source code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Implement required changes to custom device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5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CE3D34-F3CD-4B03-8AD3-57BD1E0F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58" y="433552"/>
            <a:ext cx="8226096" cy="4627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A0F31A-55D5-4C82-B664-2E163347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58" y="1582296"/>
            <a:ext cx="8226096" cy="462717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43B46D-249E-46BE-A78B-799EC62ED0D2}"/>
              </a:ext>
            </a:extLst>
          </p:cNvPr>
          <p:cNvCxnSpPr/>
          <p:nvPr/>
        </p:nvCxnSpPr>
        <p:spPr>
          <a:xfrm flipH="1">
            <a:off x="7160217" y="1247614"/>
            <a:ext cx="325464" cy="3262393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B5123E-0B9A-4962-98A3-D47388CF6AC6}"/>
              </a:ext>
            </a:extLst>
          </p:cNvPr>
          <p:cNvCxnSpPr/>
          <p:nvPr/>
        </p:nvCxnSpPr>
        <p:spPr>
          <a:xfrm flipH="1">
            <a:off x="7322949" y="1247614"/>
            <a:ext cx="162732" cy="1425844"/>
          </a:xfrm>
          <a:prstGeom prst="straightConnector1">
            <a:avLst/>
          </a:prstGeom>
          <a:ln w="12700">
            <a:solidFill>
              <a:schemeClr val="bg2">
                <a:lumMod val="25000"/>
              </a:schemeClr>
            </a:solidFill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73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89358B-8182-4744-890C-4439E2F3B16A}"/>
              </a:ext>
            </a:extLst>
          </p:cNvPr>
          <p:cNvSpPr/>
          <p:nvPr/>
        </p:nvSpPr>
        <p:spPr>
          <a:xfrm>
            <a:off x="1124793" y="3978727"/>
            <a:ext cx="3556000" cy="111038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LabVIEW UDP Code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5105B6-65BF-4E73-8049-2250281B249E}"/>
              </a:ext>
            </a:extLst>
          </p:cNvPr>
          <p:cNvSpPr/>
          <p:nvPr/>
        </p:nvSpPr>
        <p:spPr>
          <a:xfrm>
            <a:off x="1016001" y="384629"/>
            <a:ext cx="3556000" cy="2342805"/>
          </a:xfrm>
          <a:prstGeom prst="round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VeriStand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UI</a:t>
            </a: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B5563F-E18F-4084-A1DD-C590B2DE518D}"/>
              </a:ext>
            </a:extLst>
          </p:cNvPr>
          <p:cNvSpPr/>
          <p:nvPr/>
        </p:nvSpPr>
        <p:spPr>
          <a:xfrm>
            <a:off x="4963887" y="384629"/>
            <a:ext cx="3556000" cy="4651828"/>
          </a:xfrm>
          <a:prstGeom prst="round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VeriStand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Engine</a:t>
            </a: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BBB3B5-DB6C-47F2-975C-AFD96375D0F0}"/>
              </a:ext>
            </a:extLst>
          </p:cNvPr>
          <p:cNvSpPr/>
          <p:nvPr/>
        </p:nvSpPr>
        <p:spPr>
          <a:xfrm>
            <a:off x="2899604" y="1752800"/>
            <a:ext cx="1444172" cy="762000"/>
          </a:xfrm>
          <a:prstGeom prst="round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Input to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925634-FD98-4B20-BFD5-CCF2FEBE372D}"/>
              </a:ext>
            </a:extLst>
          </p:cNvPr>
          <p:cNvSpPr/>
          <p:nvPr/>
        </p:nvSpPr>
        <p:spPr>
          <a:xfrm>
            <a:off x="2900460" y="861434"/>
            <a:ext cx="1444172" cy="762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Output from Model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01E915-58EF-4759-AF7A-122973895E57}"/>
              </a:ext>
            </a:extLst>
          </p:cNvPr>
          <p:cNvGrpSpPr/>
          <p:nvPr/>
        </p:nvGrpSpPr>
        <p:grpSpPr>
          <a:xfrm>
            <a:off x="5558973" y="2396578"/>
            <a:ext cx="2365827" cy="2278743"/>
            <a:chOff x="5558973" y="2396578"/>
            <a:chExt cx="2365827" cy="227874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C13F56A-51F6-4CB9-A76C-9F000F03786F}"/>
                </a:ext>
              </a:extLst>
            </p:cNvPr>
            <p:cNvSpPr/>
            <p:nvPr/>
          </p:nvSpPr>
          <p:spPr>
            <a:xfrm>
              <a:off x="5558973" y="2396578"/>
              <a:ext cx="2365827" cy="2278743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UDP </a:t>
              </a:r>
            </a:p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Custom </a:t>
              </a:r>
            </a:p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Device</a:t>
              </a:r>
            </a:p>
            <a:p>
              <a:pPr algn="ctr"/>
              <a:endParaRPr lang="en-US" sz="1600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endParaRPr lang="en-US" sz="16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331ABB2-BB47-4235-9DB3-052DDA6D09DA}"/>
                </a:ext>
              </a:extLst>
            </p:cNvPr>
            <p:cNvSpPr/>
            <p:nvPr/>
          </p:nvSpPr>
          <p:spPr>
            <a:xfrm>
              <a:off x="5621756" y="3226109"/>
              <a:ext cx="537030" cy="4934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Tx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F380094-382A-4BE2-BA99-4EA337C197C0}"/>
                </a:ext>
              </a:extLst>
            </p:cNvPr>
            <p:cNvSpPr/>
            <p:nvPr/>
          </p:nvSpPr>
          <p:spPr>
            <a:xfrm>
              <a:off x="5619182" y="2491843"/>
              <a:ext cx="537030" cy="493484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2">
                      <a:lumMod val="25000"/>
                    </a:schemeClr>
                  </a:solidFill>
                </a:rPr>
                <a:t>Rx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E714002C-980B-4B8B-8056-07FC6BFAFA76}"/>
              </a:ext>
            </a:extLst>
          </p:cNvPr>
          <p:cNvSpPr/>
          <p:nvPr/>
        </p:nvSpPr>
        <p:spPr>
          <a:xfrm>
            <a:off x="4100285" y="4569143"/>
            <a:ext cx="537030" cy="49348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Rx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14E4F0-BAB6-4302-82BB-9F5E3F169206}"/>
              </a:ext>
            </a:extLst>
          </p:cNvPr>
          <p:cNvSpPr/>
          <p:nvPr/>
        </p:nvSpPr>
        <p:spPr>
          <a:xfrm>
            <a:off x="5558973" y="933626"/>
            <a:ext cx="2437601" cy="100783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Model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4FA09E-783A-426C-B8DB-7445E63DA4B4}"/>
              </a:ext>
            </a:extLst>
          </p:cNvPr>
          <p:cNvSpPr/>
          <p:nvPr/>
        </p:nvSpPr>
        <p:spPr>
          <a:xfrm>
            <a:off x="1111924" y="2913058"/>
            <a:ext cx="1653128" cy="8427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CSV with Channel Info</a:t>
            </a:r>
          </a:p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(See example)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BAA2D3-1166-4B5F-87CD-3C537DBF564F}"/>
              </a:ext>
            </a:extLst>
          </p:cNvPr>
          <p:cNvCxnSpPr>
            <a:cxnSpLocks/>
            <a:stCxn id="43" idx="7"/>
            <a:endCxn id="12" idx="3"/>
          </p:cNvCxnSpPr>
          <p:nvPr/>
        </p:nvCxnSpPr>
        <p:spPr>
          <a:xfrm flipV="1">
            <a:off x="4580442" y="2913058"/>
            <a:ext cx="1117386" cy="119350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Arrow: Up 24">
            <a:extLst>
              <a:ext uri="{FF2B5EF4-FFF2-40B4-BE49-F238E27FC236}">
                <a16:creationId xmlns:a16="http://schemas.microsoft.com/office/drawing/2014/main" id="{627F716B-4953-4FCD-8C13-793306762EBA}"/>
              </a:ext>
            </a:extLst>
          </p:cNvPr>
          <p:cNvSpPr/>
          <p:nvPr/>
        </p:nvSpPr>
        <p:spPr>
          <a:xfrm>
            <a:off x="5681484" y="1503536"/>
            <a:ext cx="662063" cy="443655"/>
          </a:xfrm>
          <a:prstGeom prst="upArrow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66402784-5648-4C6D-983D-55BD2DFD31D7}"/>
              </a:ext>
            </a:extLst>
          </p:cNvPr>
          <p:cNvSpPr/>
          <p:nvPr/>
        </p:nvSpPr>
        <p:spPr>
          <a:xfrm flipV="1">
            <a:off x="7226883" y="1512944"/>
            <a:ext cx="662063" cy="443655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FE7606-4B15-43CF-B4C1-DDBB9CFFD7FF}"/>
              </a:ext>
            </a:extLst>
          </p:cNvPr>
          <p:cNvSpPr txBox="1"/>
          <p:nvPr/>
        </p:nvSpPr>
        <p:spPr>
          <a:xfrm>
            <a:off x="5787816" y="1623434"/>
            <a:ext cx="537030" cy="29421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Inport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EC6FFB-062E-40D5-9534-528EF7C50C63}"/>
              </a:ext>
            </a:extLst>
          </p:cNvPr>
          <p:cNvSpPr txBox="1"/>
          <p:nvPr/>
        </p:nvSpPr>
        <p:spPr>
          <a:xfrm>
            <a:off x="7267568" y="1551689"/>
            <a:ext cx="537030" cy="29421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sz="11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Outport</a:t>
            </a:r>
            <a:endParaRPr lang="en-US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E3D18D-8DA9-4860-A378-D8826C5792A9}"/>
              </a:ext>
            </a:extLst>
          </p:cNvPr>
          <p:cNvCxnSpPr>
            <a:cxnSpLocks/>
            <a:stCxn id="12" idx="0"/>
            <a:endCxn id="27" idx="2"/>
          </p:cNvCxnSpPr>
          <p:nvPr/>
        </p:nvCxnSpPr>
        <p:spPr>
          <a:xfrm flipV="1">
            <a:off x="5887697" y="1917652"/>
            <a:ext cx="168634" cy="57419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9AF9D0-A8CF-4C80-805C-6F05AE569103}"/>
              </a:ext>
            </a:extLst>
          </p:cNvPr>
          <p:cNvCxnSpPr>
            <a:cxnSpLocks/>
            <a:stCxn id="26" idx="0"/>
            <a:endCxn id="11" idx="7"/>
          </p:cNvCxnSpPr>
          <p:nvPr/>
        </p:nvCxnSpPr>
        <p:spPr>
          <a:xfrm flipH="1">
            <a:off x="6080140" y="1956599"/>
            <a:ext cx="1477775" cy="1341779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9BC2D0-1080-41E5-BAFD-0726D34C8820}"/>
              </a:ext>
            </a:extLst>
          </p:cNvPr>
          <p:cNvCxnSpPr>
            <a:cxnSpLocks/>
            <a:stCxn id="11" idx="3"/>
            <a:endCxn id="42" idx="6"/>
          </p:cNvCxnSpPr>
          <p:nvPr/>
        </p:nvCxnSpPr>
        <p:spPr>
          <a:xfrm flipH="1">
            <a:off x="4637315" y="3647324"/>
            <a:ext cx="1063087" cy="116856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096B54A-DC1F-49D9-967A-198A2E26D78D}"/>
              </a:ext>
            </a:extLst>
          </p:cNvPr>
          <p:cNvSpPr/>
          <p:nvPr/>
        </p:nvSpPr>
        <p:spPr>
          <a:xfrm>
            <a:off x="4122058" y="4034291"/>
            <a:ext cx="537030" cy="493484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Tx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5416E88-21AB-4D0C-8F79-60A12C2AFB6F}"/>
              </a:ext>
            </a:extLst>
          </p:cNvPr>
          <p:cNvSpPr/>
          <p:nvPr/>
        </p:nvSpPr>
        <p:spPr>
          <a:xfrm>
            <a:off x="1111924" y="1242434"/>
            <a:ext cx="1653128" cy="8427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VeriStand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UDP Channels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D2596A-5407-4D8F-894B-49B5B5467D70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1937632" y="2100240"/>
            <a:ext cx="856" cy="81281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2597790-422E-44BB-B89C-7B3B071A356D}"/>
              </a:ext>
            </a:extLst>
          </p:cNvPr>
          <p:cNvSpPr/>
          <p:nvPr/>
        </p:nvSpPr>
        <p:spPr>
          <a:xfrm>
            <a:off x="5969594" y="3777146"/>
            <a:ext cx="1653128" cy="8427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VeriStand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UDP Channels</a:t>
            </a:r>
          </a:p>
        </p:txBody>
      </p:sp>
    </p:spTree>
    <p:extLst>
      <p:ext uri="{BB962C8B-B14F-4D97-AF65-F5344CB8AC3E}">
        <p14:creationId xmlns:p14="http://schemas.microsoft.com/office/powerpoint/2010/main" val="3993970072"/>
      </p:ext>
    </p:extLst>
  </p:cSld>
  <p:clrMapOvr>
    <a:masterClrMapping/>
  </p:clrMapOvr>
</p:sld>
</file>

<file path=ppt/theme/theme1.xml><?xml version="1.0" encoding="utf-8"?>
<a:theme xmlns:a="http://schemas.openxmlformats.org/drawingml/2006/main" name="2020 NI Corporate Template">
  <a:themeElements>
    <a:clrScheme name="Corporate Pallette">
      <a:dk1>
        <a:srgbClr val="044123"/>
      </a:dk1>
      <a:lt1>
        <a:srgbClr val="FFFFFF"/>
      </a:lt1>
      <a:dk2>
        <a:srgbClr val="00B777"/>
      </a:dk2>
      <a:lt2>
        <a:srgbClr val="CCDBC8"/>
      </a:lt2>
      <a:accent1>
        <a:srgbClr val="32EB95"/>
      </a:accent1>
      <a:accent2>
        <a:srgbClr val="3BB3E6"/>
      </a:accent2>
      <a:accent3>
        <a:srgbClr val="FFC50A"/>
      </a:accent3>
      <a:accent4>
        <a:srgbClr val="EF453E"/>
      </a:accent4>
      <a:accent5>
        <a:srgbClr val="8E78B7"/>
      </a:accent5>
      <a:accent6>
        <a:srgbClr val="00ACA6"/>
      </a:accent6>
      <a:hlink>
        <a:srgbClr val="044123"/>
      </a:hlink>
      <a:folHlink>
        <a:srgbClr val="FFFFFF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rot="0" spcFirstLastPara="0" vertOverflow="overflow" horzOverflow="overflow" vert="horz" wrap="squar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bg2">
                <a:lumMod val="25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25000"/>
            </a:schemeClr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>
          <a:defRPr sz="1100" dirty="0" smtClean="0">
            <a:solidFill>
              <a:schemeClr val="tx1"/>
            </a:solidFill>
            <a:latin typeface="Consolas" panose="020B0609020204030204" pitchFamily="49" charset="0"/>
            <a:cs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 Corporate Template 061720.potx" id="{F4D014C8-CEE1-FE49-9735-F0B7D4DF7BDD}" vid="{EE6BBFEE-A489-3F46-88AF-9AE42DAC3376}"/>
    </a:ext>
  </a:extLst>
</a:theme>
</file>

<file path=ppt/theme/theme2.xml><?xml version="1.0" encoding="utf-8"?>
<a:theme xmlns:a="http://schemas.openxmlformats.org/drawingml/2006/main" name="2020 NI Confidential Corporate Template">
  <a:themeElements>
    <a:clrScheme name="Corporate Pallette">
      <a:dk1>
        <a:srgbClr val="044123"/>
      </a:dk1>
      <a:lt1>
        <a:srgbClr val="FFFFFF"/>
      </a:lt1>
      <a:dk2>
        <a:srgbClr val="00B777"/>
      </a:dk2>
      <a:lt2>
        <a:srgbClr val="CCDBC8"/>
      </a:lt2>
      <a:accent1>
        <a:srgbClr val="32EB95"/>
      </a:accent1>
      <a:accent2>
        <a:srgbClr val="3BB3E6"/>
      </a:accent2>
      <a:accent3>
        <a:srgbClr val="FFC50A"/>
      </a:accent3>
      <a:accent4>
        <a:srgbClr val="EF453E"/>
      </a:accent4>
      <a:accent5>
        <a:srgbClr val="8E78B7"/>
      </a:accent5>
      <a:accent6>
        <a:srgbClr val="00ACA6"/>
      </a:accent6>
      <a:hlink>
        <a:srgbClr val="044123"/>
      </a:hlink>
      <a:folHlink>
        <a:srgbClr val="FFFFFF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rot="0" spcFirstLastPara="0" vertOverflow="overflow" horzOverflow="overflow" vert="horz" wrap="squar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bg2">
                <a:lumMod val="25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25000"/>
            </a:schemeClr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>
          <a:defRPr sz="1100" dirty="0" smtClean="0">
            <a:solidFill>
              <a:schemeClr val="tx1"/>
            </a:solidFill>
            <a:latin typeface="Consolas" panose="020B0609020204030204" pitchFamily="49" charset="0"/>
            <a:cs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 Corporate Template 061720.potx" id="{F4D014C8-CEE1-FE49-9735-F0B7D4DF7BDD}" vid="{BF375574-6810-E742-860B-DB00B3DBC1E6}"/>
    </a:ext>
  </a:extLst>
</a:theme>
</file>

<file path=ppt/theme/theme3.xml><?xml version="1.0" encoding="utf-8"?>
<a:theme xmlns:a="http://schemas.openxmlformats.org/drawingml/2006/main" name="2020 NI Customer Confidential Corporate Template">
  <a:themeElements>
    <a:clrScheme name="Corporate Pallette">
      <a:dk1>
        <a:srgbClr val="044123"/>
      </a:dk1>
      <a:lt1>
        <a:srgbClr val="FFFFFF"/>
      </a:lt1>
      <a:dk2>
        <a:srgbClr val="00B777"/>
      </a:dk2>
      <a:lt2>
        <a:srgbClr val="CCDBC8"/>
      </a:lt2>
      <a:accent1>
        <a:srgbClr val="32EB95"/>
      </a:accent1>
      <a:accent2>
        <a:srgbClr val="3BB3E6"/>
      </a:accent2>
      <a:accent3>
        <a:srgbClr val="FFC50A"/>
      </a:accent3>
      <a:accent4>
        <a:srgbClr val="EF453E"/>
      </a:accent4>
      <a:accent5>
        <a:srgbClr val="8E78B7"/>
      </a:accent5>
      <a:accent6>
        <a:srgbClr val="00ACA6"/>
      </a:accent6>
      <a:hlink>
        <a:srgbClr val="044123"/>
      </a:hlink>
      <a:folHlink>
        <a:srgbClr val="FFFFFF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rot="0" spcFirstLastPara="0" vertOverflow="overflow" horzOverflow="overflow" vert="horz" wrap="squar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bg2">
                <a:lumMod val="25000"/>
              </a:schemeClr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>
              <a:lumMod val="25000"/>
            </a:schemeClr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>
          <a:defRPr sz="1100" dirty="0" smtClean="0">
            <a:solidFill>
              <a:schemeClr val="tx1"/>
            </a:solidFill>
            <a:latin typeface="Consolas" panose="020B0609020204030204" pitchFamily="49" charset="0"/>
            <a:cs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 Corporate Template 061720.potx" id="{F4D014C8-CEE1-FE49-9735-F0B7D4DF7BDD}" vid="{08CBEC80-7AF6-FC44-AF7E-1B9314441AB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9a8e210-5bf4-4536-880a-ba465e34488d">
      <UserInfo>
        <DisplayName>Trisha McDonell</DisplayName>
        <AccountId>94</AccountId>
        <AccountType/>
      </UserInfo>
      <UserInfo>
        <DisplayName>Ali Bravo</DisplayName>
        <AccountId>92</AccountId>
        <AccountType/>
      </UserInfo>
      <UserInfo>
        <DisplayName>Meredith DeLeon</DisplayName>
        <AccountId>35</AccountId>
        <AccountType/>
      </UserInfo>
      <UserInfo>
        <DisplayName>Pamela Mapua</DisplayName>
        <AccountId>21</AccountId>
        <AccountType/>
      </UserInfo>
      <UserInfo>
        <DisplayName>Chris Denholm</DisplayName>
        <AccountId>24</AccountId>
        <AccountType/>
      </UserInfo>
      <UserInfo>
        <DisplayName>Shelley Gretlein</DisplayName>
        <AccountId>208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4FB32EA29C1F4AA567F679C055CEB2" ma:contentTypeVersion="13" ma:contentTypeDescription="Create a new document." ma:contentTypeScope="" ma:versionID="c3790d94878fba2aab85f5f284a6be89">
  <xsd:schema xmlns:xsd="http://www.w3.org/2001/XMLSchema" xmlns:xs="http://www.w3.org/2001/XMLSchema" xmlns:p="http://schemas.microsoft.com/office/2006/metadata/properties" xmlns:ns3="d15b2925-d2f2-4228-8955-a071941daf49" xmlns:ns4="f9a8e210-5bf4-4536-880a-ba465e34488d" targetNamespace="http://schemas.microsoft.com/office/2006/metadata/properties" ma:root="true" ma:fieldsID="2e812b5f2329238b9de38b81a206e28c" ns3:_="" ns4:_="">
    <xsd:import namespace="d15b2925-d2f2-4228-8955-a071941daf49"/>
    <xsd:import namespace="f9a8e210-5bf4-4536-880a-ba465e3448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5b2925-d2f2-4228-8955-a071941daf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a8e210-5bf4-4536-880a-ba465e3448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400CFC-AF45-4F0F-8497-D3C26D7E59F0}">
  <ds:schemaRefs>
    <ds:schemaRef ds:uri="http://schemas.microsoft.com/office/2006/metadata/properties"/>
    <ds:schemaRef ds:uri="http://schemas.microsoft.com/office/infopath/2007/PartnerControls"/>
    <ds:schemaRef ds:uri="f9a8e210-5bf4-4536-880a-ba465e34488d"/>
  </ds:schemaRefs>
</ds:datastoreItem>
</file>

<file path=customXml/itemProps2.xml><?xml version="1.0" encoding="utf-8"?>
<ds:datastoreItem xmlns:ds="http://schemas.openxmlformats.org/officeDocument/2006/customXml" ds:itemID="{B1000488-C1FE-43DC-885F-EFEAC45E9C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5b2925-d2f2-4228-8955-a071941daf49"/>
    <ds:schemaRef ds:uri="f9a8e210-5bf4-4536-880a-ba465e344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33578B-782B-4485-8168-2141DA5281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2020 Corporate Template 061720 (1)</Template>
  <TotalTime>152</TotalTime>
  <Words>533</Words>
  <Application>Microsoft Office PowerPoint</Application>
  <PresentationFormat>On-screen Show (16:9)</PresentationFormat>
  <Paragraphs>126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Consolas</vt:lpstr>
      <vt:lpstr>Helvetica Neue Light</vt:lpstr>
      <vt:lpstr>Times New Roman</vt:lpstr>
      <vt:lpstr>Wingdings</vt:lpstr>
      <vt:lpstr>2020 NI Corporate Template</vt:lpstr>
      <vt:lpstr>2020 NI Confidential Corporate Template</vt:lpstr>
      <vt:lpstr>2020 NI Customer Confidential Corporate Template</vt:lpstr>
      <vt:lpstr>UDP Custom Device Demonstration</vt:lpstr>
      <vt:lpstr>PowerPoint Presentation</vt:lpstr>
      <vt:lpstr>Agenda</vt:lpstr>
      <vt:lpstr>Quick Intro to Custom Devices</vt:lpstr>
      <vt:lpstr>Quick Intro to Custom Devices</vt:lpstr>
      <vt:lpstr>Quick Intro to Custom Devices</vt:lpstr>
      <vt:lpstr>NI-AImotive HIL System Architecture</vt:lpstr>
      <vt:lpstr>UDP Data Link Custom Device Overview</vt:lpstr>
      <vt:lpstr>UDP-Data-Link Custom Device Demonstration</vt:lpstr>
      <vt:lpstr>Questions &amp; 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Presentation Title</dc:title>
  <dc:creator>Aaron Douglass</dc:creator>
  <cp:lastModifiedBy>Aaron Douglass</cp:lastModifiedBy>
  <cp:revision>1</cp:revision>
  <dcterms:created xsi:type="dcterms:W3CDTF">2020-06-17T20:42:10Z</dcterms:created>
  <dcterms:modified xsi:type="dcterms:W3CDTF">2020-06-25T21:26:15Z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0x010100E44FB32EA29C1F4AA567F679C055CEB2</vt:lpwstr>
  </property>
</Properties>
</file>